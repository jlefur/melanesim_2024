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9" r:id="rId4"/>
    <p:sldId id="257" r:id="rId5"/>
    <p:sldId id="258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F1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6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24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CC91C-3FCF-491C-901A-4654FCD0FDAC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2439-307B-40B6-91EB-7D866996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312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CC91C-3FCF-491C-901A-4654FCD0FDAC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2439-307B-40B6-91EB-7D866996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6848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CC91C-3FCF-491C-901A-4654FCD0FDAC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2439-307B-40B6-91EB-7D866996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4193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CC91C-3FCF-491C-901A-4654FCD0FDAC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2439-307B-40B6-91EB-7D866996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9481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CC91C-3FCF-491C-901A-4654FCD0FDAC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2439-307B-40B6-91EB-7D866996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6098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CC91C-3FCF-491C-901A-4654FCD0FDAC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2439-307B-40B6-91EB-7D866996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5041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CC91C-3FCF-491C-901A-4654FCD0FDAC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2439-307B-40B6-91EB-7D866996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61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CC91C-3FCF-491C-901A-4654FCD0FDAC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2439-307B-40B6-91EB-7D866996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814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CC91C-3FCF-491C-901A-4654FCD0FDAC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2439-307B-40B6-91EB-7D866996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35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CC91C-3FCF-491C-901A-4654FCD0FDAC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2439-307B-40B6-91EB-7D866996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775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CC91C-3FCF-491C-901A-4654FCD0FDAC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2439-307B-40B6-91EB-7D866996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3727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CC91C-3FCF-491C-901A-4654FCD0FDAC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52439-307B-40B6-91EB-7D866996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60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45CD14B-3CFC-4C0D-B4BF-0C3D51A3E97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096" y="3170194"/>
            <a:ext cx="4123215" cy="286100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30ECE2C-EA46-4F3C-9E96-3595B3BEA20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5157388" y="3007489"/>
            <a:ext cx="4123215" cy="286100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990553F-0AE8-4A8C-9DC1-53439B2A798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2461" y="386050"/>
            <a:ext cx="5297872" cy="2861005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8A7A90B-912A-4DCF-93BA-D53916DDD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087" y="494478"/>
            <a:ext cx="4729701" cy="120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247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/>
          <p:cNvSpPr/>
          <p:nvPr/>
        </p:nvSpPr>
        <p:spPr>
          <a:xfrm rot="20828317">
            <a:off x="2008389" y="432799"/>
            <a:ext cx="3720230" cy="3720230"/>
          </a:xfrm>
          <a:prstGeom prst="ellipse">
            <a:avLst/>
          </a:prstGeom>
          <a:solidFill>
            <a:srgbClr val="0FF13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F1AE4E8-780A-4A9F-AFF3-6FA863B812B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84565" y="540690"/>
            <a:ext cx="3258005" cy="277216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3116177-E990-49CF-96DA-606800EE4B0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5830" y="4115518"/>
            <a:ext cx="2892915" cy="28800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73BD08F-19A4-4EA0-9A25-8DB43EFB920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 flipV="1">
            <a:off x="7035284" y="3600473"/>
            <a:ext cx="2892915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76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805F7BD-694E-4064-82BE-134DEE3F0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93" y="355518"/>
            <a:ext cx="3771900" cy="37719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B9AC385-1502-4623-8199-152295FC422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4930" t="22587" r="22886" b="35077"/>
          <a:stretch/>
        </p:blipFill>
        <p:spPr>
          <a:xfrm>
            <a:off x="986642" y="1020701"/>
            <a:ext cx="3295402" cy="244153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71C18B2-5723-4818-BDAD-5B046EE27C7E}"/>
              </a:ext>
            </a:extLst>
          </p:cNvPr>
          <p:cNvSpPr txBox="1"/>
          <p:nvPr/>
        </p:nvSpPr>
        <p:spPr>
          <a:xfrm>
            <a:off x="944088" y="4655127"/>
            <a:ext cx="138050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600" dirty="0"/>
              <a:t>Pk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16F034-3ED3-4DAD-8047-BBC7988D0C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050" y="1258042"/>
            <a:ext cx="3771900" cy="37719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8CE2220-4F76-419D-B32E-52EA98A1DB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238" t="24668" r="25968" b="37392"/>
          <a:stretch/>
        </p:blipFill>
        <p:spPr>
          <a:xfrm>
            <a:off x="6789172" y="1894114"/>
            <a:ext cx="3185658" cy="249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36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/>
          <p:cNvGrpSpPr/>
          <p:nvPr/>
        </p:nvGrpSpPr>
        <p:grpSpPr>
          <a:xfrm>
            <a:off x="1170844" y="244899"/>
            <a:ext cx="2142724" cy="2252698"/>
            <a:chOff x="1032549" y="168281"/>
            <a:chExt cx="2419314" cy="2405934"/>
          </a:xfrm>
        </p:grpSpPr>
        <p:sp>
          <p:nvSpPr>
            <p:cNvPr id="5" name="Flèche droite 4"/>
            <p:cNvSpPr/>
            <p:nvPr/>
          </p:nvSpPr>
          <p:spPr>
            <a:xfrm>
              <a:off x="2731863" y="1011652"/>
              <a:ext cx="720000" cy="576000"/>
            </a:xfrm>
            <a:prstGeom prst="rightArrow">
              <a:avLst>
                <a:gd name="adj1" fmla="val 41181"/>
                <a:gd name="adj2" fmla="val 50000"/>
              </a:avLst>
            </a:prstGeom>
            <a:solidFill>
              <a:srgbClr val="FE5D0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Flèche droite 5"/>
            <p:cNvSpPr/>
            <p:nvPr/>
          </p:nvSpPr>
          <p:spPr>
            <a:xfrm rot="2700000">
              <a:off x="2534071" y="1619044"/>
              <a:ext cx="720000" cy="576000"/>
            </a:xfrm>
            <a:prstGeom prst="rightArrow">
              <a:avLst>
                <a:gd name="adj1" fmla="val 41181"/>
                <a:gd name="adj2" fmla="val 50000"/>
              </a:avLst>
            </a:prstGeom>
            <a:solidFill>
              <a:srgbClr val="FE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Flèche droite 6"/>
            <p:cNvSpPr/>
            <p:nvPr/>
          </p:nvSpPr>
          <p:spPr>
            <a:xfrm rot="5400000">
              <a:off x="1962527" y="1926215"/>
              <a:ext cx="720000" cy="576000"/>
            </a:xfrm>
            <a:prstGeom prst="rightArrow">
              <a:avLst>
                <a:gd name="adj1" fmla="val 41181"/>
                <a:gd name="adj2" fmla="val 50000"/>
              </a:avLst>
            </a:prstGeom>
            <a:solidFill>
              <a:srgbClr val="61016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Flèche droite 7"/>
            <p:cNvSpPr/>
            <p:nvPr/>
          </p:nvSpPr>
          <p:spPr>
            <a:xfrm rot="8100000">
              <a:off x="1348807" y="1744530"/>
              <a:ext cx="720000" cy="576000"/>
            </a:xfrm>
            <a:prstGeom prst="rightArrow">
              <a:avLst>
                <a:gd name="adj1" fmla="val 41181"/>
                <a:gd name="adj2" fmla="val 50000"/>
              </a:avLst>
            </a:prstGeom>
            <a:solidFill>
              <a:srgbClr val="0000F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Flèche droite 8"/>
            <p:cNvSpPr/>
            <p:nvPr/>
          </p:nvSpPr>
          <p:spPr>
            <a:xfrm rot="10800000">
              <a:off x="1032549" y="1167483"/>
              <a:ext cx="720000" cy="576000"/>
            </a:xfrm>
            <a:prstGeom prst="rightArrow">
              <a:avLst>
                <a:gd name="adj1" fmla="val 41181"/>
                <a:gd name="adj2" fmla="val 50000"/>
              </a:avLst>
            </a:prstGeom>
            <a:solidFill>
              <a:srgbClr val="00829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lèche droite 9"/>
            <p:cNvSpPr>
              <a:spLocks noChangeAspect="1"/>
            </p:cNvSpPr>
            <p:nvPr/>
          </p:nvSpPr>
          <p:spPr>
            <a:xfrm rot="13500000">
              <a:off x="1301646" y="599170"/>
              <a:ext cx="576000" cy="576000"/>
            </a:xfrm>
            <a:prstGeom prst="rightArrow">
              <a:avLst>
                <a:gd name="adj1" fmla="val 41181"/>
                <a:gd name="adj2" fmla="val 50000"/>
              </a:avLst>
            </a:prstGeom>
            <a:solidFill>
              <a:srgbClr val="02A20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Flèche droite 10"/>
            <p:cNvSpPr/>
            <p:nvPr/>
          </p:nvSpPr>
          <p:spPr>
            <a:xfrm rot="-2700000">
              <a:off x="2442934" y="446435"/>
              <a:ext cx="720000" cy="576000"/>
            </a:xfrm>
            <a:prstGeom prst="rightArrow">
              <a:avLst>
                <a:gd name="adj1" fmla="val 41181"/>
                <a:gd name="adj2" fmla="val 50000"/>
              </a:avLst>
            </a:prstGeom>
            <a:solidFill>
              <a:srgbClr val="FF9E0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Flèche droite 11"/>
            <p:cNvSpPr/>
            <p:nvPr/>
          </p:nvSpPr>
          <p:spPr>
            <a:xfrm rot="16200000">
              <a:off x="1789746" y="240281"/>
              <a:ext cx="720000" cy="576000"/>
            </a:xfrm>
            <a:prstGeom prst="rightArrow">
              <a:avLst>
                <a:gd name="adj1" fmla="val 41181"/>
                <a:gd name="adj2" fmla="val 50000"/>
              </a:avLst>
            </a:prstGeom>
            <a:solidFill>
              <a:srgbClr val="FFFF0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7" name="Triangle isocèle 16"/>
          <p:cNvSpPr/>
          <p:nvPr/>
        </p:nvSpPr>
        <p:spPr>
          <a:xfrm>
            <a:off x="5607050" y="244899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riangle isocèle 17"/>
          <p:cNvSpPr/>
          <p:nvPr/>
        </p:nvSpPr>
        <p:spPr>
          <a:xfrm rot="2700000">
            <a:off x="5607050" y="1016756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riangle isocèle 18"/>
          <p:cNvSpPr/>
          <p:nvPr/>
        </p:nvSpPr>
        <p:spPr>
          <a:xfrm rot="5400000">
            <a:off x="5607050" y="1788613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riangle isocèle 19"/>
          <p:cNvSpPr/>
          <p:nvPr/>
        </p:nvSpPr>
        <p:spPr>
          <a:xfrm rot="8100000">
            <a:off x="5607050" y="2560470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riangle isocèle 20"/>
          <p:cNvSpPr/>
          <p:nvPr/>
        </p:nvSpPr>
        <p:spPr>
          <a:xfrm rot="10800000">
            <a:off x="5607050" y="3332327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riangle isocèle 21"/>
          <p:cNvSpPr/>
          <p:nvPr/>
        </p:nvSpPr>
        <p:spPr>
          <a:xfrm rot="13500000">
            <a:off x="5607050" y="4104184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riangle isocèle 22"/>
          <p:cNvSpPr/>
          <p:nvPr/>
        </p:nvSpPr>
        <p:spPr>
          <a:xfrm rot="16200000">
            <a:off x="5607050" y="4876041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riangle isocèle 23"/>
          <p:cNvSpPr/>
          <p:nvPr/>
        </p:nvSpPr>
        <p:spPr>
          <a:xfrm rot="18900000">
            <a:off x="5607050" y="5647898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e 3"/>
          <p:cNvGrpSpPr/>
          <p:nvPr/>
        </p:nvGrpSpPr>
        <p:grpSpPr>
          <a:xfrm>
            <a:off x="1684994" y="846579"/>
            <a:ext cx="1098921" cy="1057506"/>
            <a:chOff x="1684994" y="846579"/>
            <a:chExt cx="1098921" cy="1057506"/>
          </a:xfrm>
        </p:grpSpPr>
        <p:sp>
          <p:nvSpPr>
            <p:cNvPr id="3" name="Ellipse 2"/>
            <p:cNvSpPr/>
            <p:nvPr/>
          </p:nvSpPr>
          <p:spPr>
            <a:xfrm>
              <a:off x="1705701" y="846579"/>
              <a:ext cx="1057506" cy="1057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" name="ZoneTexte 1"/>
            <p:cNvSpPr txBox="1"/>
            <p:nvPr/>
          </p:nvSpPr>
          <p:spPr>
            <a:xfrm>
              <a:off x="1684994" y="913667"/>
              <a:ext cx="109892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latin typeface="Antonio" panose="02000503000000000000" pitchFamily="2" charset="0"/>
                </a:rPr>
                <a:t>Surface </a:t>
              </a:r>
              <a:r>
                <a:rPr lang="fr-FR" dirty="0" err="1">
                  <a:latin typeface="Antonio" panose="02000503000000000000" pitchFamily="2" charset="0"/>
                </a:rPr>
                <a:t>current</a:t>
              </a:r>
              <a:r>
                <a:rPr lang="fr-FR" dirty="0">
                  <a:latin typeface="Antonio" panose="02000503000000000000" pitchFamily="2" charset="0"/>
                </a:rPr>
                <a:t> </a:t>
              </a:r>
              <a:r>
                <a:rPr lang="fr-FR" dirty="0" err="1">
                  <a:latin typeface="Antonio" panose="02000503000000000000" pitchFamily="2" charset="0"/>
                </a:rPr>
                <a:t>aim</a:t>
              </a:r>
              <a:endParaRPr lang="fr-FR" dirty="0">
                <a:latin typeface="Antonio" panose="02000503000000000000" pitchFamily="2" charset="0"/>
              </a:endParaRPr>
            </a:p>
          </p:txBody>
        </p:sp>
      </p:grpSp>
      <p:pic>
        <p:nvPicPr>
          <p:cNvPr id="25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931" y="1159920"/>
            <a:ext cx="2171700" cy="22764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966525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 droite 4"/>
          <p:cNvSpPr/>
          <p:nvPr/>
        </p:nvSpPr>
        <p:spPr>
          <a:xfrm>
            <a:off x="2022829" y="1776491"/>
            <a:ext cx="720000" cy="720000"/>
          </a:xfrm>
          <a:prstGeom prst="rightArrow">
            <a:avLst>
              <a:gd name="adj1" fmla="val 41181"/>
              <a:gd name="adj2" fmla="val 50000"/>
            </a:avLst>
          </a:prstGeom>
          <a:solidFill>
            <a:srgbClr val="FE5D0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droite 5"/>
          <p:cNvSpPr/>
          <p:nvPr/>
        </p:nvSpPr>
        <p:spPr>
          <a:xfrm rot="2700000">
            <a:off x="2022829" y="2580596"/>
            <a:ext cx="720000" cy="720000"/>
          </a:xfrm>
          <a:prstGeom prst="rightArrow">
            <a:avLst>
              <a:gd name="adj1" fmla="val 41181"/>
              <a:gd name="adj2" fmla="val 50000"/>
            </a:avLst>
          </a:prstGeom>
          <a:solidFill>
            <a:srgbClr val="FE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 droite 6"/>
          <p:cNvSpPr/>
          <p:nvPr/>
        </p:nvSpPr>
        <p:spPr>
          <a:xfrm rot="5400000">
            <a:off x="2022829" y="3384701"/>
            <a:ext cx="720000" cy="720000"/>
          </a:xfrm>
          <a:prstGeom prst="rightArrow">
            <a:avLst>
              <a:gd name="adj1" fmla="val 41181"/>
              <a:gd name="adj2" fmla="val 50000"/>
            </a:avLst>
          </a:prstGeom>
          <a:solidFill>
            <a:srgbClr val="61016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 droite 7"/>
          <p:cNvSpPr/>
          <p:nvPr/>
        </p:nvSpPr>
        <p:spPr>
          <a:xfrm rot="8100000">
            <a:off x="2022829" y="4188806"/>
            <a:ext cx="720000" cy="720000"/>
          </a:xfrm>
          <a:prstGeom prst="rightArrow">
            <a:avLst>
              <a:gd name="adj1" fmla="val 41181"/>
              <a:gd name="adj2" fmla="val 50000"/>
            </a:avLst>
          </a:prstGeom>
          <a:solidFill>
            <a:srgbClr val="0000F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 droite 8"/>
          <p:cNvSpPr/>
          <p:nvPr/>
        </p:nvSpPr>
        <p:spPr>
          <a:xfrm rot="10800000">
            <a:off x="2022830" y="4992911"/>
            <a:ext cx="720000" cy="720000"/>
          </a:xfrm>
          <a:prstGeom prst="rightArrow">
            <a:avLst>
              <a:gd name="adj1" fmla="val 41181"/>
              <a:gd name="adj2" fmla="val 50000"/>
            </a:avLst>
          </a:prstGeom>
          <a:solidFill>
            <a:srgbClr val="00829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 droite 9"/>
          <p:cNvSpPr/>
          <p:nvPr/>
        </p:nvSpPr>
        <p:spPr>
          <a:xfrm rot="13500000">
            <a:off x="2022829" y="5797015"/>
            <a:ext cx="720000" cy="720000"/>
          </a:xfrm>
          <a:prstGeom prst="rightArrow">
            <a:avLst>
              <a:gd name="adj1" fmla="val 41181"/>
              <a:gd name="adj2" fmla="val 50000"/>
            </a:avLst>
          </a:prstGeom>
          <a:solidFill>
            <a:srgbClr val="02A20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èche droite 10"/>
          <p:cNvSpPr/>
          <p:nvPr/>
        </p:nvSpPr>
        <p:spPr>
          <a:xfrm rot="-2700000">
            <a:off x="2022829" y="972386"/>
            <a:ext cx="720000" cy="720000"/>
          </a:xfrm>
          <a:prstGeom prst="rightArrow">
            <a:avLst>
              <a:gd name="adj1" fmla="val 41181"/>
              <a:gd name="adj2" fmla="val 50000"/>
            </a:avLst>
          </a:prstGeom>
          <a:solidFill>
            <a:srgbClr val="FF9E0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 droite 11"/>
          <p:cNvSpPr/>
          <p:nvPr/>
        </p:nvSpPr>
        <p:spPr>
          <a:xfrm rot="16200000">
            <a:off x="2022829" y="168281"/>
            <a:ext cx="720000" cy="720000"/>
          </a:xfrm>
          <a:prstGeom prst="rightArrow">
            <a:avLst>
              <a:gd name="adj1" fmla="val 41181"/>
              <a:gd name="adj2" fmla="val 50000"/>
            </a:avLst>
          </a:prstGeom>
          <a:solidFill>
            <a:srgbClr val="FFFF0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riangle isocèle 16"/>
          <p:cNvSpPr/>
          <p:nvPr/>
        </p:nvSpPr>
        <p:spPr>
          <a:xfrm>
            <a:off x="5607050" y="244899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riangle isocèle 17"/>
          <p:cNvSpPr/>
          <p:nvPr/>
        </p:nvSpPr>
        <p:spPr>
          <a:xfrm rot="2700000">
            <a:off x="5607050" y="1016756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riangle isocèle 18"/>
          <p:cNvSpPr/>
          <p:nvPr/>
        </p:nvSpPr>
        <p:spPr>
          <a:xfrm rot="5400000">
            <a:off x="5607050" y="1788613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riangle isocèle 19"/>
          <p:cNvSpPr/>
          <p:nvPr/>
        </p:nvSpPr>
        <p:spPr>
          <a:xfrm rot="8100000">
            <a:off x="5607050" y="2560470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riangle isocèle 20"/>
          <p:cNvSpPr/>
          <p:nvPr/>
        </p:nvSpPr>
        <p:spPr>
          <a:xfrm rot="10800000">
            <a:off x="5607050" y="3332327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riangle isocèle 21"/>
          <p:cNvSpPr/>
          <p:nvPr/>
        </p:nvSpPr>
        <p:spPr>
          <a:xfrm rot="13500000">
            <a:off x="5607050" y="4104184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riangle isocèle 22"/>
          <p:cNvSpPr/>
          <p:nvPr/>
        </p:nvSpPr>
        <p:spPr>
          <a:xfrm rot="16200000">
            <a:off x="5607050" y="4876041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riangle isocèle 23"/>
          <p:cNvSpPr/>
          <p:nvPr/>
        </p:nvSpPr>
        <p:spPr>
          <a:xfrm rot="18900000">
            <a:off x="5607050" y="5647898"/>
            <a:ext cx="419100" cy="6527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9FBF3C8-BD90-4039-AF4C-B21CAC2CC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813" y="3001751"/>
            <a:ext cx="742950" cy="742950"/>
          </a:xfrm>
          <a:prstGeom prst="rect">
            <a:avLst/>
          </a:prstGeom>
        </p:spPr>
      </p:pic>
      <p:sp>
        <p:nvSpPr>
          <p:cNvPr id="25" name="Flèche droite 11">
            <a:extLst>
              <a:ext uri="{FF2B5EF4-FFF2-40B4-BE49-F238E27FC236}">
                <a16:creationId xmlns:a16="http://schemas.microsoft.com/office/drawing/2014/main" id="{B726D91B-2530-45DD-8A96-3736A469E422}"/>
              </a:ext>
            </a:extLst>
          </p:cNvPr>
          <p:cNvSpPr/>
          <p:nvPr/>
        </p:nvSpPr>
        <p:spPr>
          <a:xfrm rot="16200000">
            <a:off x="3545654" y="1841501"/>
            <a:ext cx="165323" cy="165323"/>
          </a:xfrm>
          <a:prstGeom prst="flowChartSummingJuncti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</p:spTree>
    <p:extLst>
      <p:ext uri="{BB962C8B-B14F-4D97-AF65-F5344CB8AC3E}">
        <p14:creationId xmlns:p14="http://schemas.microsoft.com/office/powerpoint/2010/main" val="1049974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E9C2CB5-D59E-4A04-8BF4-E3DA6A783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368" y="0"/>
            <a:ext cx="9205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005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4</Words>
  <Application>Microsoft Office PowerPoint</Application>
  <PresentationFormat>Grand écran</PresentationFormat>
  <Paragraphs>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Antonio</vt:lpstr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 LEFUR</dc:creator>
  <cp:lastModifiedBy>Jean LE FUR</cp:lastModifiedBy>
  <cp:revision>17</cp:revision>
  <dcterms:created xsi:type="dcterms:W3CDTF">2024-07-22T22:51:16Z</dcterms:created>
  <dcterms:modified xsi:type="dcterms:W3CDTF">2026-08-12T05:03:03Z</dcterms:modified>
</cp:coreProperties>
</file>