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0"/>
  </p:handoutMasterIdLst>
  <p:sldIdLst>
    <p:sldId id="260" r:id="rId2"/>
    <p:sldId id="266" r:id="rId3"/>
    <p:sldId id="259" r:id="rId4"/>
    <p:sldId id="261" r:id="rId5"/>
    <p:sldId id="262" r:id="rId6"/>
    <p:sldId id="263" r:id="rId7"/>
    <p:sldId id="265" r:id="rId8"/>
    <p:sldId id="264" r:id="rId9"/>
  </p:sldIdLst>
  <p:sldSz cx="9144000" cy="6858000" type="screen4x3"/>
  <p:notesSz cx="6794500" cy="9906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80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99E9"/>
    <a:srgbClr val="7AA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39" autoAdjust="0"/>
    <p:restoredTop sz="94660"/>
  </p:normalViewPr>
  <p:slideViewPr>
    <p:cSldViewPr>
      <p:cViewPr varScale="1">
        <p:scale>
          <a:sx n="137" d="100"/>
          <a:sy n="137" d="100"/>
        </p:scale>
        <p:origin x="1011" y="72"/>
      </p:cViewPr>
      <p:guideLst>
        <p:guide pos="288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48645" y="0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428B70-92E3-48E1-BE49-F8A05A0EC16C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08981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48645" y="9408981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E9A9A0-95DF-49DA-82D8-2B19D3FAF1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085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5206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5481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2292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331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9374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062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1574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3004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0333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5527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4905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1F5DE-F893-487E-8A46-2A5279405891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369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5.jpe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jpe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jpeg"/><Relationship Id="rId4" Type="http://schemas.microsoft.com/office/2007/relationships/hdphoto" Target="../media/hdphoto1.wdp"/><Relationship Id="rId9" Type="http://schemas.openxmlformats.org/officeDocument/2006/relationships/image" Target="../media/image11.jpe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19.jpeg"/><Relationship Id="rId4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13" Type="http://schemas.openxmlformats.org/officeDocument/2006/relationships/image" Target="../media/image30.jpeg"/><Relationship Id="rId3" Type="http://schemas.openxmlformats.org/officeDocument/2006/relationships/image" Target="../media/image6.png"/><Relationship Id="rId7" Type="http://schemas.openxmlformats.org/officeDocument/2006/relationships/image" Target="../media/image24.jpeg"/><Relationship Id="rId12" Type="http://schemas.openxmlformats.org/officeDocument/2006/relationships/image" Target="../media/image29.jpeg"/><Relationship Id="rId2" Type="http://schemas.openxmlformats.org/officeDocument/2006/relationships/image" Target="../media/image19.jpe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eg"/><Relationship Id="rId11" Type="http://schemas.openxmlformats.org/officeDocument/2006/relationships/image" Target="../media/image28.jpeg"/><Relationship Id="rId5" Type="http://schemas.openxmlformats.org/officeDocument/2006/relationships/image" Target="../media/image22.jpeg"/><Relationship Id="rId15" Type="http://schemas.openxmlformats.org/officeDocument/2006/relationships/image" Target="../media/image32.jpeg"/><Relationship Id="rId10" Type="http://schemas.openxmlformats.org/officeDocument/2006/relationships/image" Target="../media/image27.jpeg"/><Relationship Id="rId4" Type="http://schemas.microsoft.com/office/2007/relationships/hdphoto" Target="../media/hdphoto1.wdp"/><Relationship Id="rId9" Type="http://schemas.openxmlformats.org/officeDocument/2006/relationships/image" Target="../media/image26.jpeg"/><Relationship Id="rId14" Type="http://schemas.openxmlformats.org/officeDocument/2006/relationships/image" Target="../media/image31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40.png"/><Relationship Id="rId18" Type="http://schemas.openxmlformats.org/officeDocument/2006/relationships/image" Target="../media/image43.png"/><Relationship Id="rId26" Type="http://schemas.openxmlformats.org/officeDocument/2006/relationships/image" Target="../media/image17.png"/><Relationship Id="rId3" Type="http://schemas.openxmlformats.org/officeDocument/2006/relationships/image" Target="../media/image35.png"/><Relationship Id="rId21" Type="http://schemas.openxmlformats.org/officeDocument/2006/relationships/image" Target="../media/image46.png"/><Relationship Id="rId7" Type="http://schemas.openxmlformats.org/officeDocument/2006/relationships/image" Target="../media/image37.png"/><Relationship Id="rId12" Type="http://schemas.openxmlformats.org/officeDocument/2006/relationships/image" Target="../media/image39.png"/><Relationship Id="rId17" Type="http://schemas.openxmlformats.org/officeDocument/2006/relationships/image" Target="../media/image42.png"/><Relationship Id="rId25" Type="http://schemas.openxmlformats.org/officeDocument/2006/relationships/image" Target="../media/image50.png"/><Relationship Id="rId2" Type="http://schemas.openxmlformats.org/officeDocument/2006/relationships/image" Target="../media/image34.png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15.png"/><Relationship Id="rId24" Type="http://schemas.openxmlformats.org/officeDocument/2006/relationships/image" Target="../media/image49.png"/><Relationship Id="rId5" Type="http://schemas.openxmlformats.org/officeDocument/2006/relationships/image" Target="../media/image18.png"/><Relationship Id="rId15" Type="http://schemas.openxmlformats.org/officeDocument/2006/relationships/image" Target="../media/image16.png"/><Relationship Id="rId23" Type="http://schemas.openxmlformats.org/officeDocument/2006/relationships/image" Target="../media/image48.png"/><Relationship Id="rId28" Type="http://schemas.microsoft.com/office/2007/relationships/hdphoto" Target="../media/hdphoto2.wdp"/><Relationship Id="rId10" Type="http://schemas.openxmlformats.org/officeDocument/2006/relationships/image" Target="../media/image38.png"/><Relationship Id="rId19" Type="http://schemas.openxmlformats.org/officeDocument/2006/relationships/image" Target="../media/image44.png"/><Relationship Id="rId4" Type="http://schemas.openxmlformats.org/officeDocument/2006/relationships/image" Target="../media/image14.png"/><Relationship Id="rId9" Type="http://schemas.openxmlformats.org/officeDocument/2006/relationships/image" Target="../media/image9.png"/><Relationship Id="rId14" Type="http://schemas.openxmlformats.org/officeDocument/2006/relationships/image" Target="../media/image7.png"/><Relationship Id="rId22" Type="http://schemas.openxmlformats.org/officeDocument/2006/relationships/image" Target="../media/image47.png"/><Relationship Id="rId27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8.png"/><Relationship Id="rId18" Type="http://schemas.openxmlformats.org/officeDocument/2006/relationships/image" Target="../media/image50.png"/><Relationship Id="rId3" Type="http://schemas.openxmlformats.org/officeDocument/2006/relationships/image" Target="../media/image15.png"/><Relationship Id="rId21" Type="http://schemas.openxmlformats.org/officeDocument/2006/relationships/image" Target="../media/image55.png"/><Relationship Id="rId7" Type="http://schemas.openxmlformats.org/officeDocument/2006/relationships/image" Target="../media/image49.png"/><Relationship Id="rId12" Type="http://schemas.openxmlformats.org/officeDocument/2006/relationships/image" Target="../media/image37.png"/><Relationship Id="rId17" Type="http://schemas.openxmlformats.org/officeDocument/2006/relationships/image" Target="../media/image46.png"/><Relationship Id="rId2" Type="http://schemas.openxmlformats.org/officeDocument/2006/relationships/image" Target="../media/image14.png"/><Relationship Id="rId16" Type="http://schemas.openxmlformats.org/officeDocument/2006/relationships/image" Target="../media/image41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18.png"/><Relationship Id="rId5" Type="http://schemas.openxmlformats.org/officeDocument/2006/relationships/image" Target="../media/image40.png"/><Relationship Id="rId15" Type="http://schemas.openxmlformats.org/officeDocument/2006/relationships/image" Target="../media/image7.png"/><Relationship Id="rId10" Type="http://schemas.openxmlformats.org/officeDocument/2006/relationships/image" Target="../media/image53.png"/><Relationship Id="rId19" Type="http://schemas.openxmlformats.org/officeDocument/2006/relationships/image" Target="../media/image47.png"/><Relationship Id="rId4" Type="http://schemas.openxmlformats.org/officeDocument/2006/relationships/image" Target="../media/image39.png"/><Relationship Id="rId9" Type="http://schemas.openxmlformats.org/officeDocument/2006/relationships/image" Target="../media/image52.png"/><Relationship Id="rId14" Type="http://schemas.openxmlformats.org/officeDocument/2006/relationships/image" Target="../media/image38.png"/><Relationship Id="rId22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8" y="2564904"/>
            <a:ext cx="7666957" cy="4248472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332656"/>
            <a:ext cx="2592288" cy="259228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4" name="ZoneTexte 3"/>
          <p:cNvSpPr txBox="1"/>
          <p:nvPr/>
        </p:nvSpPr>
        <p:spPr>
          <a:xfrm>
            <a:off x="3851920" y="445611"/>
            <a:ext cx="4798031" cy="1815882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>
            <a:spAutoFit/>
          </a:bodyPr>
          <a:lstStyle>
            <a:defPPr>
              <a:defRPr lang="fr-F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1" i="0" u="none" strike="noStrike" cap="none" spc="0" normalizeH="0" baseline="0">
                <a:ln w="38100">
                  <a:solidFill>
                    <a:srgbClr val="ED7D31">
                      <a:lumMod val="50000"/>
                    </a:srgbClr>
                  </a:solidFill>
                  <a:prstDash val="solid"/>
                </a:ln>
                <a:solidFill>
                  <a:srgbClr val="ED7D31"/>
                </a:solidFill>
                <a:effectLst>
                  <a:outerShdw blurRad="12700" dist="38100" dir="2700000" algn="tl" rotWithShape="0">
                    <a:srgbClr val="4472C4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Calibri" panose="020F0502020204030204"/>
              </a:defRPr>
            </a:lvl1pPr>
          </a:lstStyle>
          <a:p>
            <a:r>
              <a:rPr lang="fr-FR" sz="2800" b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Simulation intégrée multi-échelles des </a:t>
            </a:r>
            <a:r>
              <a:rPr lang="fr-FR" sz="2800" b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écosociosystèmes</a:t>
            </a:r>
            <a:r>
              <a:rPr lang="fr-FR" sz="2800" b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marins de Nouvelle-Calédonie (projet </a:t>
            </a:r>
            <a:r>
              <a:rPr lang="fr-FR" sz="2800" b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MelaneSim</a:t>
            </a:r>
            <a:r>
              <a:rPr lang="fr-FR" sz="2800" b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</a:p>
        </p:txBody>
      </p:sp>
      <p:pic>
        <p:nvPicPr>
          <p:cNvPr id="5" name="Picture 16" descr="RÃ©sultat de recherche d'images pour &quot;logo ird&quot;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95509"/>
            <a:ext cx="576064" cy="474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5371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e 15">
            <a:extLst>
              <a:ext uri="{FF2B5EF4-FFF2-40B4-BE49-F238E27FC236}">
                <a16:creationId xmlns:a16="http://schemas.microsoft.com/office/drawing/2014/main" id="{DA26B909-68C4-4AA0-9C13-D77A1D9FD1C2}"/>
              </a:ext>
            </a:extLst>
          </p:cNvPr>
          <p:cNvGrpSpPr/>
          <p:nvPr/>
        </p:nvGrpSpPr>
        <p:grpSpPr>
          <a:xfrm>
            <a:off x="683568" y="2138046"/>
            <a:ext cx="4536504" cy="1181745"/>
            <a:chOff x="1295636" y="2060848"/>
            <a:chExt cx="4536504" cy="1181745"/>
          </a:xfrm>
        </p:grpSpPr>
        <p:grpSp>
          <p:nvGrpSpPr>
            <p:cNvPr id="8" name="Groupe 7"/>
            <p:cNvGrpSpPr/>
            <p:nvPr/>
          </p:nvGrpSpPr>
          <p:grpSpPr>
            <a:xfrm>
              <a:off x="1295636" y="2060848"/>
              <a:ext cx="4536504" cy="1181745"/>
              <a:chOff x="1095911" y="2143746"/>
              <a:chExt cx="4536504" cy="1181745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1095911" y="2143746"/>
                <a:ext cx="4536504" cy="118174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07950" dist="12700" dir="5400000" algn="ctr">
                  <a:srgbClr val="000000"/>
                </a:outerShdw>
              </a:effectLst>
              <a:scene3d>
                <a:camera prst="orthographicFront">
                  <a:rot lat="0" lon="0" rev="0"/>
                </a:camera>
                <a:lightRig rig="soft" dir="t">
                  <a:rot lat="0" lon="0" rev="0"/>
                </a:lightRig>
              </a:scene3d>
              <a:sp3d contourW="44450" prstMaterial="matte">
                <a:bevelT w="63500" h="63500" prst="artDeco"/>
                <a:contourClr>
                  <a:srgbClr val="FFFFFF"/>
                </a:contourClr>
              </a:sp3d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3" name="ZoneTexte 12"/>
              <p:cNvSpPr txBox="1"/>
              <p:nvPr/>
            </p:nvSpPr>
            <p:spPr>
              <a:xfrm>
                <a:off x="3098850" y="2167972"/>
                <a:ext cx="2296707" cy="9233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PNMC-plankton </a:t>
                </a:r>
                <a:r>
                  <a:rPr lang="en-GB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Dynamique</a:t>
                </a:r>
                <a:r>
                  <a:rPr lang="en-GB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la </a:t>
                </a:r>
                <a:r>
                  <a:rPr lang="en-GB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chlorophylle</a:t>
                </a:r>
                <a:endParaRPr lang="fr-F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2" name="Image 1"/>
            <p:cNvPicPr>
              <a:picLocks noChangeAspect="1"/>
            </p:cNvPicPr>
            <p:nvPr/>
          </p:nvPicPr>
          <p:blipFill>
            <a:blip r:embed="rId2" cstate="print">
              <a:clrChange>
                <a:clrFrom>
                  <a:srgbClr val="FFFFFB"/>
                </a:clrFrom>
                <a:clrTo>
                  <a:srgbClr val="FFFFF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0077" y="2176838"/>
              <a:ext cx="1651763" cy="949764"/>
            </a:xfrm>
            <a:prstGeom prst="rect">
              <a:avLst/>
            </a:prstGeom>
            <a:ln w="9525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13EEE796-C0B9-49A2-B48F-69CB48D9DBA2}"/>
              </a:ext>
            </a:extLst>
          </p:cNvPr>
          <p:cNvGrpSpPr/>
          <p:nvPr/>
        </p:nvGrpSpPr>
        <p:grpSpPr>
          <a:xfrm>
            <a:off x="683568" y="3646112"/>
            <a:ext cx="4536504" cy="1181745"/>
            <a:chOff x="2961464" y="3520613"/>
            <a:chExt cx="4536504" cy="118174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8F7D20-AA61-45BB-81B5-07F0441181D0}"/>
                </a:ext>
              </a:extLst>
            </p:cNvPr>
            <p:cNvSpPr/>
            <p:nvPr/>
          </p:nvSpPr>
          <p:spPr>
            <a:xfrm>
              <a:off x="2961464" y="3520613"/>
              <a:ext cx="4536504" cy="11817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8155C98B-D998-4913-9AD3-DE7C429FB524}"/>
                </a:ext>
              </a:extLst>
            </p:cNvPr>
            <p:cNvSpPr txBox="1"/>
            <p:nvPr/>
          </p:nvSpPr>
          <p:spPr>
            <a:xfrm>
              <a:off x="5030885" y="3552643"/>
              <a:ext cx="2296707" cy="10156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PNMC-</a:t>
              </a:r>
              <a:r>
                <a:rPr lang="fr-FR" sz="2400" dirty="0">
                  <a:latin typeface="Algerian" panose="04020705040A02060702" pitchFamily="82" charset="0"/>
                </a:rPr>
                <a:t>µ</a:t>
              </a:r>
              <a:r>
                <a:rPr lang="en-GB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necton</a:t>
              </a:r>
              <a:r>
                <a:rPr lang="en-GB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 : Premiers </a:t>
              </a:r>
              <a:r>
                <a:rPr lang="en-GB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étages</a:t>
              </a:r>
              <a:r>
                <a:rPr lang="en-GB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trophiques</a:t>
              </a:r>
              <a:endPara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8" name="Image 17">
              <a:extLst>
                <a:ext uri="{FF2B5EF4-FFF2-40B4-BE49-F238E27FC236}">
                  <a16:creationId xmlns:a16="http://schemas.microsoft.com/office/drawing/2014/main" id="{B2CD61F2-F96D-485C-9D16-62C64B63F402}"/>
                </a:ext>
              </a:extLst>
            </p:cNvPr>
            <p:cNvPicPr/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20000"/>
                      </a14:imgEffect>
                    </a14:imgLayer>
                  </a14:imgProps>
                </a:ext>
              </a:extLst>
            </a:blip>
            <a:srcRect l="14247" t="12113" r="30000" b="14105"/>
            <a:stretch/>
          </p:blipFill>
          <p:spPr bwMode="auto">
            <a:xfrm>
              <a:off x="3131840" y="3615408"/>
              <a:ext cx="1728669" cy="979046"/>
            </a:xfrm>
            <a:prstGeom prst="rect">
              <a:avLst/>
            </a:prstGeom>
            <a:ln w="9525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F5897129-77B9-4272-82C7-D28C4D6938E7}"/>
              </a:ext>
            </a:extLst>
          </p:cNvPr>
          <p:cNvGrpSpPr/>
          <p:nvPr/>
        </p:nvGrpSpPr>
        <p:grpSpPr>
          <a:xfrm>
            <a:off x="683568" y="5154179"/>
            <a:ext cx="4536504" cy="1181745"/>
            <a:chOff x="3696237" y="5154179"/>
            <a:chExt cx="4536504" cy="118174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86127D0-90DF-479A-BEDC-D904FDFBE9F8}"/>
                </a:ext>
              </a:extLst>
            </p:cNvPr>
            <p:cNvSpPr/>
            <p:nvPr/>
          </p:nvSpPr>
          <p:spPr>
            <a:xfrm>
              <a:off x="3696237" y="5154179"/>
              <a:ext cx="4536504" cy="11817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D23E0E9-5C1D-424A-9876-06EC2E91B1A2}"/>
                </a:ext>
              </a:extLst>
            </p:cNvPr>
            <p:cNvSpPr/>
            <p:nvPr/>
          </p:nvSpPr>
          <p:spPr>
            <a:xfrm>
              <a:off x="3866614" y="5248820"/>
              <a:ext cx="1728000" cy="979200"/>
            </a:xfrm>
            <a:prstGeom prst="rect">
              <a:avLst/>
            </a:prstGeom>
            <a:solidFill>
              <a:srgbClr val="7C99E9"/>
            </a:solidFill>
            <a:ln w="9525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4" name="Image 23">
              <a:extLst>
                <a:ext uri="{FF2B5EF4-FFF2-40B4-BE49-F238E27FC236}">
                  <a16:creationId xmlns:a16="http://schemas.microsoft.com/office/drawing/2014/main" id="{81DA7625-494B-47B4-8B9D-A9AAD7DF45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548825" y="5229046"/>
              <a:ext cx="713407" cy="615923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22" name="Image 21">
              <a:extLst>
                <a:ext uri="{FF2B5EF4-FFF2-40B4-BE49-F238E27FC236}">
                  <a16:creationId xmlns:a16="http://schemas.microsoft.com/office/drawing/2014/main" id="{2D5E5909-EDCB-419E-A024-009B41E9A7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7492" b="27272"/>
            <a:stretch/>
          </p:blipFill>
          <p:spPr>
            <a:xfrm flipH="1">
              <a:off x="4734864" y="5484929"/>
              <a:ext cx="859750" cy="706752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23" name="Image 22">
              <a:extLst>
                <a:ext uri="{FF2B5EF4-FFF2-40B4-BE49-F238E27FC236}">
                  <a16:creationId xmlns:a16="http://schemas.microsoft.com/office/drawing/2014/main" id="{1560BBD3-D7E3-4432-B6C7-B9F60E5F9E9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6618" b="32825"/>
            <a:stretch/>
          </p:blipFill>
          <p:spPr>
            <a:xfrm>
              <a:off x="3866613" y="5411174"/>
              <a:ext cx="1085779" cy="793835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828B8326-6C0F-45C1-AFFA-8DE25B2D2E7F}"/>
                </a:ext>
              </a:extLst>
            </p:cNvPr>
            <p:cNvSpPr txBox="1"/>
            <p:nvPr/>
          </p:nvSpPr>
          <p:spPr>
            <a:xfrm>
              <a:off x="5765658" y="5186209"/>
              <a:ext cx="2296707" cy="10156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PNMC-ships</a:t>
              </a:r>
              <a:r>
                <a:rPr lang="fr-FR" sz="2400" dirty="0">
                  <a:latin typeface="Algerian" panose="04020705040A02060702" pitchFamily="82" charset="0"/>
                </a:rPr>
                <a:t> </a:t>
              </a:r>
              <a:r>
                <a:rPr lang="en-GB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GB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activités</a:t>
              </a:r>
              <a:r>
                <a:rPr lang="en-GB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 de navigation dans le </a:t>
              </a:r>
              <a:r>
                <a:rPr lang="en-GB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domaine</a:t>
              </a:r>
              <a:endPara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2" name="Image 11">
            <a:extLst>
              <a:ext uri="{FF2B5EF4-FFF2-40B4-BE49-F238E27FC236}">
                <a16:creationId xmlns:a16="http://schemas.microsoft.com/office/drawing/2014/main" id="{90ACEAFB-391D-431D-868A-535DC96735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7692" y="5235733"/>
            <a:ext cx="1713600" cy="979200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94BCE00C-3B44-4630-B89A-B5A373E512BC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33078" y="5198832"/>
            <a:ext cx="713407" cy="615923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959E0C58-0FB6-4E47-AA5F-27CF820BB29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492" b="27272"/>
          <a:stretch/>
        </p:blipFill>
        <p:spPr>
          <a:xfrm flipH="1">
            <a:off x="7119117" y="5454715"/>
            <a:ext cx="859750" cy="706752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DEA29AA9-B9AB-41A2-ACF5-4FCB5664F1A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618" b="32825"/>
          <a:stretch/>
        </p:blipFill>
        <p:spPr>
          <a:xfrm>
            <a:off x="6250866" y="5380960"/>
            <a:ext cx="1085779" cy="793835"/>
          </a:xfrm>
          <a:prstGeom prst="rect">
            <a:avLst/>
          </a:prstGeom>
          <a:ln>
            <a:noFill/>
          </a:ln>
          <a:effectLst/>
        </p:spPr>
      </p:pic>
      <p:sp>
        <p:nvSpPr>
          <p:cNvPr id="9" name="Rectangle 8"/>
          <p:cNvSpPr/>
          <p:nvPr/>
        </p:nvSpPr>
        <p:spPr>
          <a:xfrm>
            <a:off x="683568" y="629980"/>
            <a:ext cx="4536504" cy="11817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803A744C-623A-4CD8-A842-4775EA74F6CD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52" t="16911" r="24260" b="20397"/>
          <a:stretch/>
        </p:blipFill>
        <p:spPr>
          <a:xfrm>
            <a:off x="852341" y="733288"/>
            <a:ext cx="1730272" cy="967520"/>
          </a:xfrm>
          <a:prstGeom prst="rect">
            <a:avLst/>
          </a:prstGeom>
          <a:ln w="952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ZoneTexte 9"/>
          <p:cNvSpPr txBox="1"/>
          <p:nvPr/>
        </p:nvSpPr>
        <p:spPr>
          <a:xfrm>
            <a:off x="2819027" y="724085"/>
            <a:ext cx="2296707" cy="98488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PNMC-temperature</a:t>
            </a:r>
            <a:b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Support aux </a:t>
            </a:r>
            <a:r>
              <a:rPr lang="en-GB" sz="1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déplacements</a:t>
            </a:r>
            <a:r>
              <a:rPr lang="en-GB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de la </a:t>
            </a:r>
            <a:r>
              <a:rPr lang="en-GB" sz="1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mégafaune</a:t>
            </a:r>
            <a:endParaRPr lang="en-GB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879DE9E0-FC6C-4CA4-92E6-B34036EC83AB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57" t="15979" r="6817" b="17767"/>
          <a:stretch/>
        </p:blipFill>
        <p:spPr>
          <a:xfrm>
            <a:off x="2660105" y="774063"/>
            <a:ext cx="182562" cy="864096"/>
          </a:xfrm>
          <a:prstGeom prst="rect">
            <a:avLst/>
          </a:prstGeom>
          <a:ln w="952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5E46570B-9A5E-4959-B52E-8290E45E5657}"/>
              </a:ext>
            </a:extLst>
          </p:cNvPr>
          <p:cNvSpPr/>
          <p:nvPr/>
        </p:nvSpPr>
        <p:spPr>
          <a:xfrm>
            <a:off x="5580112" y="624815"/>
            <a:ext cx="4536504" cy="11817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B5631245-1579-4E12-B278-52C246B44FAB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52" t="16911" r="24260" b="20397"/>
          <a:stretch/>
        </p:blipFill>
        <p:spPr>
          <a:xfrm>
            <a:off x="5748885" y="728123"/>
            <a:ext cx="1730272" cy="967520"/>
          </a:xfrm>
          <a:prstGeom prst="rect">
            <a:avLst/>
          </a:prstGeom>
          <a:ln w="952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0B41161B-DBD0-40E7-A434-DB3D94B6BAD5}"/>
              </a:ext>
            </a:extLst>
          </p:cNvPr>
          <p:cNvSpPr txBox="1"/>
          <p:nvPr/>
        </p:nvSpPr>
        <p:spPr>
          <a:xfrm>
            <a:off x="7693071" y="739281"/>
            <a:ext cx="2296707" cy="92333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PNMC-temperature</a:t>
            </a:r>
          </a:p>
          <a:p>
            <a:pPr algn="ctr"/>
            <a:r>
              <a:rPr lang="en-GB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Déplacements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de la </a:t>
            </a:r>
            <a:r>
              <a:rPr lang="en-GB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mégafaune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F54801EA-C3E6-44F5-BA52-A455ACA490FD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57" t="15979" r="6817" b="17767"/>
          <a:stretch/>
        </p:blipFill>
        <p:spPr>
          <a:xfrm>
            <a:off x="7538371" y="724085"/>
            <a:ext cx="201981" cy="976723"/>
          </a:xfrm>
          <a:prstGeom prst="rect">
            <a:avLst/>
          </a:prstGeom>
          <a:ln w="952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6" name="Image 55">
            <a:extLst>
              <a:ext uri="{FF2B5EF4-FFF2-40B4-BE49-F238E27FC236}">
                <a16:creationId xmlns:a16="http://schemas.microsoft.com/office/drawing/2014/main" id="{8947053F-9BF2-4E43-8B97-35D9F9387F43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01493" y="2162272"/>
            <a:ext cx="288000" cy="288000"/>
          </a:xfrm>
          <a:prstGeom prst="rect">
            <a:avLst/>
          </a:prstGeom>
          <a:ln w="635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7" name="Image 56">
            <a:extLst>
              <a:ext uri="{FF2B5EF4-FFF2-40B4-BE49-F238E27FC236}">
                <a16:creationId xmlns:a16="http://schemas.microsoft.com/office/drawing/2014/main" id="{1E8D3FD1-A3E9-4CF4-94B3-6FAD9FE72650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3"/>
          <a:srcRect l="6303" t="4247" r="8235" b="10049"/>
          <a:stretch/>
        </p:blipFill>
        <p:spPr>
          <a:xfrm>
            <a:off x="7001493" y="2575435"/>
            <a:ext cx="288000" cy="288000"/>
          </a:xfrm>
          <a:prstGeom prst="rect">
            <a:avLst/>
          </a:prstGeom>
          <a:ln w="635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8" name="Image 57">
            <a:extLst>
              <a:ext uri="{FF2B5EF4-FFF2-40B4-BE49-F238E27FC236}">
                <a16:creationId xmlns:a16="http://schemas.microsoft.com/office/drawing/2014/main" id="{27084AD9-4A91-4A31-A1FE-93C1CE8A7E8D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01493" y="3401761"/>
            <a:ext cx="288000" cy="288000"/>
          </a:xfrm>
          <a:prstGeom prst="rect">
            <a:avLst/>
          </a:prstGeom>
          <a:ln w="635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9" name="Image 58">
            <a:extLst>
              <a:ext uri="{FF2B5EF4-FFF2-40B4-BE49-F238E27FC236}">
                <a16:creationId xmlns:a16="http://schemas.microsoft.com/office/drawing/2014/main" id="{8EFC010A-959D-4A92-8490-E24B9B2DCCD2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15">
            <a:clrChange>
              <a:clrFrom>
                <a:srgbClr val="393C54"/>
              </a:clrFrom>
              <a:clrTo>
                <a:srgbClr val="393C54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30517" y="1268760"/>
            <a:ext cx="288000" cy="288000"/>
          </a:xfrm>
          <a:prstGeom prst="rect">
            <a:avLst/>
          </a:prstGeom>
          <a:ln w="635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0" name="Image 59">
            <a:extLst>
              <a:ext uri="{FF2B5EF4-FFF2-40B4-BE49-F238E27FC236}">
                <a16:creationId xmlns:a16="http://schemas.microsoft.com/office/drawing/2014/main" id="{F3347A76-C7C4-4B23-882D-349CEE8F65A6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01493" y="3814924"/>
            <a:ext cx="288000" cy="288000"/>
          </a:xfrm>
          <a:prstGeom prst="rect">
            <a:avLst/>
          </a:prstGeom>
          <a:ln w="635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1555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86127D0-90DF-479A-BEDC-D904FDFBE9F8}"/>
              </a:ext>
            </a:extLst>
          </p:cNvPr>
          <p:cNvSpPr/>
          <p:nvPr/>
        </p:nvSpPr>
        <p:spPr>
          <a:xfrm>
            <a:off x="3696237" y="5154179"/>
            <a:ext cx="4536504" cy="11817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23E0E9-5C1D-424A-9876-06EC2E91B1A2}"/>
              </a:ext>
            </a:extLst>
          </p:cNvPr>
          <p:cNvSpPr/>
          <p:nvPr/>
        </p:nvSpPr>
        <p:spPr>
          <a:xfrm>
            <a:off x="3866614" y="5248820"/>
            <a:ext cx="1728000" cy="979200"/>
          </a:xfrm>
          <a:prstGeom prst="rect">
            <a:avLst/>
          </a:prstGeom>
          <a:solidFill>
            <a:srgbClr val="7C99E9"/>
          </a:solidFill>
          <a:ln w="952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81DA7625-494B-47B4-8B9D-A9AAD7DF45D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48825" y="5229046"/>
            <a:ext cx="713407" cy="615923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2D5E5909-EDCB-419E-A024-009B41E9A7C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492" b="27272"/>
          <a:stretch/>
        </p:blipFill>
        <p:spPr>
          <a:xfrm flipH="1">
            <a:off x="4734864" y="5484929"/>
            <a:ext cx="859750" cy="706752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1560BBD3-D7E3-4432-B6C7-B9F60E5F9E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618" b="32825"/>
          <a:stretch/>
        </p:blipFill>
        <p:spPr>
          <a:xfrm>
            <a:off x="3866613" y="5411174"/>
            <a:ext cx="1085779" cy="793835"/>
          </a:xfrm>
          <a:prstGeom prst="rect">
            <a:avLst/>
          </a:prstGeom>
          <a:ln>
            <a:noFill/>
          </a:ln>
          <a:effectLst/>
        </p:spPr>
      </p:pic>
      <p:grpSp>
        <p:nvGrpSpPr>
          <p:cNvPr id="7" name="Groupe 6"/>
          <p:cNvGrpSpPr/>
          <p:nvPr/>
        </p:nvGrpSpPr>
        <p:grpSpPr>
          <a:xfrm>
            <a:off x="683568" y="620688"/>
            <a:ext cx="4536504" cy="1200329"/>
            <a:chOff x="1095911" y="2134454"/>
            <a:chExt cx="4536504" cy="1200329"/>
          </a:xfrm>
        </p:grpSpPr>
        <p:sp>
          <p:nvSpPr>
            <p:cNvPr id="9" name="Rectangle 8"/>
            <p:cNvSpPr/>
            <p:nvPr/>
          </p:nvSpPr>
          <p:spPr>
            <a:xfrm>
              <a:off x="1095911" y="2143746"/>
              <a:ext cx="4536504" cy="11817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6" name="Groupe 5"/>
            <p:cNvGrpSpPr/>
            <p:nvPr/>
          </p:nvGrpSpPr>
          <p:grpSpPr>
            <a:xfrm>
              <a:off x="1266287" y="2134454"/>
              <a:ext cx="4195752" cy="1200329"/>
              <a:chOff x="808296" y="2564904"/>
              <a:chExt cx="4195752" cy="1200329"/>
            </a:xfrm>
          </p:grpSpPr>
          <p:sp>
            <p:nvSpPr>
              <p:cNvPr id="10" name="ZoneTexte 9"/>
              <p:cNvSpPr txBox="1"/>
              <p:nvPr/>
            </p:nvSpPr>
            <p:spPr>
              <a:xfrm>
                <a:off x="2707341" y="2564904"/>
                <a:ext cx="2296707" cy="12003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PNMC-drifters : </a:t>
                </a:r>
                <a:r>
                  <a:rPr lang="en-GB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déplacement</a:t>
                </a:r>
                <a:r>
                  <a:rPr lang="en-GB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particules</a:t>
                </a:r>
                <a:r>
                  <a:rPr lang="en-GB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par courants de surface</a:t>
                </a:r>
                <a:endParaRPr lang="fr-F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5" name="Image 4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4392" r="12480"/>
              <a:stretch/>
            </p:blipFill>
            <p:spPr>
              <a:xfrm>
                <a:off x="808296" y="2676945"/>
                <a:ext cx="1735741" cy="976246"/>
              </a:xfrm>
              <a:prstGeom prst="rect">
                <a:avLst/>
              </a:prstGeom>
              <a:ln w="9525" cap="sq">
                <a:solidFill>
                  <a:srgbClr val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grpSp>
        <p:nvGrpSpPr>
          <p:cNvPr id="8" name="Groupe 7"/>
          <p:cNvGrpSpPr/>
          <p:nvPr/>
        </p:nvGrpSpPr>
        <p:grpSpPr>
          <a:xfrm>
            <a:off x="1295636" y="2060848"/>
            <a:ext cx="4536504" cy="1181745"/>
            <a:chOff x="1095911" y="2143746"/>
            <a:chExt cx="4536504" cy="1181745"/>
          </a:xfrm>
        </p:grpSpPr>
        <p:sp>
          <p:nvSpPr>
            <p:cNvPr id="11" name="Rectangle 10"/>
            <p:cNvSpPr/>
            <p:nvPr/>
          </p:nvSpPr>
          <p:spPr>
            <a:xfrm>
              <a:off x="1095911" y="2143746"/>
              <a:ext cx="4536504" cy="11817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ZoneTexte 12"/>
            <p:cNvSpPr txBox="1"/>
            <p:nvPr/>
          </p:nvSpPr>
          <p:spPr>
            <a:xfrm>
              <a:off x="3098850" y="2167972"/>
              <a:ext cx="2296707" cy="9233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PNMC-plankton </a:t>
              </a:r>
              <a:r>
                <a:rPr lang="en-GB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Dynamique</a:t>
              </a:r>
              <a:r>
                <a:rPr lang="en-GB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 de la </a:t>
              </a:r>
              <a:r>
                <a:rPr lang="en-GB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chlorophylle</a:t>
              </a:r>
              <a:endPara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2" name="Image 1"/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FFFFFB"/>
              </a:clrFrom>
              <a:clrTo>
                <a:srgbClr val="FFFF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077" y="2176838"/>
            <a:ext cx="1651763" cy="949764"/>
          </a:xfrm>
          <a:prstGeom prst="rect">
            <a:avLst/>
          </a:prstGeom>
          <a:ln w="952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C8F7D20-AA61-45BB-81B5-07F0441181D0}"/>
              </a:ext>
            </a:extLst>
          </p:cNvPr>
          <p:cNvSpPr/>
          <p:nvPr/>
        </p:nvSpPr>
        <p:spPr>
          <a:xfrm>
            <a:off x="2961464" y="3520613"/>
            <a:ext cx="4536504" cy="11817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155C98B-D998-4913-9AD3-DE7C429FB524}"/>
              </a:ext>
            </a:extLst>
          </p:cNvPr>
          <p:cNvSpPr txBox="1"/>
          <p:nvPr/>
        </p:nvSpPr>
        <p:spPr>
          <a:xfrm>
            <a:off x="5030885" y="3552643"/>
            <a:ext cx="2296707" cy="101566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PNMC-</a:t>
            </a:r>
            <a:r>
              <a:rPr lang="fr-FR" sz="2400" dirty="0">
                <a:latin typeface="Algerian" panose="04020705040A02060702" pitchFamily="82" charset="0"/>
              </a:rPr>
              <a:t>µ</a:t>
            </a:r>
            <a:r>
              <a:rPr lang="en-GB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necton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: Premiers </a:t>
            </a:r>
            <a:r>
              <a:rPr lang="en-GB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étages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trophiques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B2CD61F2-F96D-485C-9D16-62C64B63F402}"/>
              </a:ext>
            </a:extLst>
          </p:cNvPr>
          <p:cNvPicPr/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14247" t="12113" r="30000" b="14105"/>
          <a:stretch/>
        </p:blipFill>
        <p:spPr bwMode="auto">
          <a:xfrm>
            <a:off x="3131840" y="3615408"/>
            <a:ext cx="1728669" cy="979046"/>
          </a:xfrm>
          <a:prstGeom prst="rect">
            <a:avLst/>
          </a:prstGeom>
          <a:ln w="952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828B8326-6C0F-45C1-AFFA-8DE25B2D2E7F}"/>
              </a:ext>
            </a:extLst>
          </p:cNvPr>
          <p:cNvSpPr txBox="1"/>
          <p:nvPr/>
        </p:nvSpPr>
        <p:spPr>
          <a:xfrm>
            <a:off x="5765658" y="5186209"/>
            <a:ext cx="2296707" cy="101566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PNMC-ships</a:t>
            </a:r>
            <a:r>
              <a:rPr lang="fr-FR" sz="2400" dirty="0">
                <a:latin typeface="Algerian" panose="04020705040A02060702" pitchFamily="82" charset="0"/>
              </a:rPr>
              <a:t> 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activités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de navigation dans le </a:t>
            </a:r>
            <a:r>
              <a:rPr lang="en-GB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domaine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90ACEAFB-391D-431D-868A-535DC96735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17024" y="5186209"/>
            <a:ext cx="1713600" cy="979200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94BCE00C-3B44-4630-B89A-B5A373E512B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92410" y="5149308"/>
            <a:ext cx="713407" cy="615923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959E0C58-0FB6-4E47-AA5F-27CF820BB29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492" b="27272"/>
          <a:stretch/>
        </p:blipFill>
        <p:spPr>
          <a:xfrm flipH="1">
            <a:off x="2278449" y="5405191"/>
            <a:ext cx="859750" cy="706752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DEA29AA9-B9AB-41A2-ACF5-4FCB5664F1A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618" b="32825"/>
          <a:stretch/>
        </p:blipFill>
        <p:spPr>
          <a:xfrm>
            <a:off x="1410198" y="5331436"/>
            <a:ext cx="1085779" cy="793835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211410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2336006" y="1935956"/>
            <a:ext cx="4471988" cy="29860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92369" y="1244111"/>
            <a:ext cx="861647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350"/>
          </a:p>
        </p:txBody>
      </p:sp>
      <p:sp>
        <p:nvSpPr>
          <p:cNvPr id="6" name="ZoneTexte 5"/>
          <p:cNvSpPr txBox="1"/>
          <p:nvPr/>
        </p:nvSpPr>
        <p:spPr>
          <a:xfrm>
            <a:off x="1890347" y="1870881"/>
            <a:ext cx="41870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0</a:t>
            </a:r>
          </a:p>
          <a:p>
            <a:r>
              <a:rPr lang="fr-FR" dirty="0"/>
              <a:t>1</a:t>
            </a:r>
          </a:p>
          <a:p>
            <a:r>
              <a:rPr lang="fr-FR" dirty="0"/>
              <a:t>2</a:t>
            </a:r>
          </a:p>
          <a:p>
            <a:r>
              <a:rPr lang="fr-FR" dirty="0"/>
              <a:t>3</a:t>
            </a:r>
          </a:p>
          <a:p>
            <a:r>
              <a:rPr lang="fr-FR" dirty="0"/>
              <a:t>4</a:t>
            </a:r>
          </a:p>
          <a:p>
            <a:r>
              <a:rPr lang="fr-FR" dirty="0"/>
              <a:t>5</a:t>
            </a:r>
          </a:p>
          <a:p>
            <a:r>
              <a:rPr lang="fr-FR" dirty="0"/>
              <a:t>6</a:t>
            </a:r>
          </a:p>
          <a:p>
            <a:r>
              <a:rPr lang="fr-FR" dirty="0"/>
              <a:t>7</a:t>
            </a:r>
          </a:p>
          <a:p>
            <a:r>
              <a:rPr lang="fr-FR" dirty="0"/>
              <a:t>8</a:t>
            </a:r>
          </a:p>
          <a:p>
            <a:r>
              <a:rPr lang="fr-FR" dirty="0"/>
              <a:t>9</a:t>
            </a:r>
          </a:p>
          <a:p>
            <a:r>
              <a:rPr lang="fr-FR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740831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006" y="1193006"/>
            <a:ext cx="4471988" cy="447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102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D84D52E9-6F0F-4658-8827-B31C567B77A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92" r="12480"/>
          <a:stretch/>
        </p:blipFill>
        <p:spPr>
          <a:xfrm>
            <a:off x="539552" y="404664"/>
            <a:ext cx="1080000" cy="1080000"/>
          </a:xfrm>
          <a:prstGeom prst="rect">
            <a:avLst/>
          </a:prstGeom>
          <a:ln w="952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6DB2E453-F4F2-4EA6-A87E-6F21F7AC657A}"/>
              </a:ext>
            </a:extLst>
          </p:cNvPr>
          <p:cNvPicPr/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14247" t="12113" r="30000" b="14105"/>
          <a:stretch/>
        </p:blipFill>
        <p:spPr bwMode="auto">
          <a:xfrm>
            <a:off x="539552" y="1628800"/>
            <a:ext cx="1080000" cy="1080000"/>
          </a:xfrm>
          <a:prstGeom prst="rect">
            <a:avLst/>
          </a:prstGeom>
          <a:ln w="952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EFFD4E94-3E5A-4F19-BCAD-5AFC6C1435D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60" t="10822" r="10021" b="15837"/>
          <a:stretch/>
        </p:blipFill>
        <p:spPr>
          <a:xfrm>
            <a:off x="539552" y="2852816"/>
            <a:ext cx="1553467" cy="108000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B8522A5D-2ED3-4529-8C2A-E694E2FE2402}"/>
              </a:ext>
            </a:extLst>
          </p:cNvPr>
          <p:cNvPicPr preferRelativeResize="0"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5363191"/>
            <a:ext cx="1080000" cy="108000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6B87A7F-ADEC-428B-88A2-383D3FD2D255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51" t="27600" r="16401" b="3800"/>
          <a:stretch/>
        </p:blipFill>
        <p:spPr>
          <a:xfrm>
            <a:off x="574965" y="4076952"/>
            <a:ext cx="1344490" cy="108000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596366E-2846-45DC-9D45-72DB32A046D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1" t="24801" r="13250" b="10800"/>
          <a:stretch/>
        </p:blipFill>
        <p:spPr>
          <a:xfrm>
            <a:off x="1763688" y="5363191"/>
            <a:ext cx="1878261" cy="108000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618B94D-C361-4D09-84D5-30CCC3A16A11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0" t="30400" r="3801" b="19200"/>
          <a:stretch/>
        </p:blipFill>
        <p:spPr>
          <a:xfrm>
            <a:off x="2306949" y="2889000"/>
            <a:ext cx="2670000" cy="108000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E41E9D1-6080-49CB-BBDE-FAE7D3C04B4A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01" t="23400" r="14300" b="16401"/>
          <a:stretch/>
        </p:blipFill>
        <p:spPr>
          <a:xfrm>
            <a:off x="2195736" y="4093146"/>
            <a:ext cx="1808372" cy="108000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6E88A14-C5F9-4C3F-840F-A6128394EEDB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87" t="35300" r="31100" b="17450"/>
          <a:stretch/>
        </p:blipFill>
        <p:spPr>
          <a:xfrm>
            <a:off x="3930101" y="5363191"/>
            <a:ext cx="744000" cy="108000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45B1D4E-01A2-4A67-BAA1-9F8E91F3BF9B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50" t="12200" r="12500" b="3801"/>
          <a:stretch/>
        </p:blipFill>
        <p:spPr>
          <a:xfrm>
            <a:off x="1907704" y="1484784"/>
            <a:ext cx="1308866" cy="108000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E0318F8-B605-4DE9-8D90-BD3E30FD5EBB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6401" r="17451" b="16401"/>
          <a:stretch/>
        </p:blipFill>
        <p:spPr>
          <a:xfrm>
            <a:off x="3347864" y="1481516"/>
            <a:ext cx="1501083" cy="108000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FDB5AC6D-021E-44D9-89C0-EA9E7B0ED2EF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20601" r="12500" b="10801"/>
          <a:stretch/>
        </p:blipFill>
        <p:spPr>
          <a:xfrm>
            <a:off x="5140249" y="1500410"/>
            <a:ext cx="1574366" cy="108000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FF1D9346-360E-436D-A758-B82538B9F55A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01" t="26200" r="6950" b="15000"/>
          <a:stretch/>
        </p:blipFill>
        <p:spPr>
          <a:xfrm>
            <a:off x="5190879" y="2889000"/>
            <a:ext cx="2031429" cy="108000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28E356A8-DD1F-4F63-BD76-08DDFA45BFE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94978" y="4093146"/>
            <a:ext cx="1080000" cy="108000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3762053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34C14A4C-22C0-4942-BE7B-8CCCB2705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08" y="152576"/>
            <a:ext cx="1147119" cy="108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1917E89E-A6F8-4740-BA5F-385973DE2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375" y="220216"/>
            <a:ext cx="1018983" cy="108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D118EED0-9EAC-4204-AF49-B108764EC4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839" y="1482620"/>
            <a:ext cx="1233503" cy="108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9B091C8-ACB1-4D06-9F7B-F8B29B8DC5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043" y="3648223"/>
            <a:ext cx="1267039" cy="108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245BE58-9994-46E8-AE63-54691BAB33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111" y="5518267"/>
            <a:ext cx="1085775" cy="108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036C0BA-30AA-4D44-838C-ACA9BC7E5D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8416" y="4743136"/>
            <a:ext cx="1037288" cy="108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6BDBF48-5766-4346-A2B1-A1B387DA5E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22529" y="4309566"/>
            <a:ext cx="1158072" cy="108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6D16472-AAF4-43D7-B7B3-47D5FA73B41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28992" y="5631276"/>
            <a:ext cx="1190064" cy="108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E252D296-F49C-4CBB-8243-EC84C414A2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96105" y="2736542"/>
            <a:ext cx="1038462" cy="108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922943BB-DD56-4125-BC88-EBFE3709694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62552" y="1448800"/>
            <a:ext cx="1080000" cy="108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E4A41E10-F891-4483-9CD6-433CF06D27A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11268" y="1406646"/>
            <a:ext cx="1197931" cy="108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1659289A-1DF8-4EB9-906A-0E843A7A565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33153" y="220216"/>
            <a:ext cx="1235172" cy="108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349A3B3C-831B-4ADA-B341-0A2E730D08F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98156" y="198430"/>
            <a:ext cx="1250935" cy="108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6AC0224F-730D-4116-828B-05C2E3DC84B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28150" y="1656542"/>
            <a:ext cx="1041882" cy="108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EEF5553E-9076-45E6-88EE-FF9E0DBDAE8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39309" y="2825968"/>
            <a:ext cx="1183562" cy="108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37654394-2984-403B-87E7-F67BF047BF6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94107" y="4006588"/>
            <a:ext cx="1233290" cy="108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8AD32189-4589-4623-8EC7-106EE3013F4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17554" y="5518267"/>
            <a:ext cx="1052308" cy="108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1B869B86-D08F-487C-A536-23AB16370BB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92080" y="2862234"/>
            <a:ext cx="1290000" cy="108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B26193AA-7F61-4BF6-A85B-0CD18EC815B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46398" y="4101688"/>
            <a:ext cx="1418087" cy="108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49D02A75-E967-4E31-9717-437D4770B44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41036" y="1437343"/>
            <a:ext cx="1072603" cy="108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C1184BF2-1BF5-407E-9A8B-EDD49E560999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19688" y="5431720"/>
            <a:ext cx="1132048" cy="108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BCE6A320-755A-4490-AEA4-2CBE9909EE2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713639" y="2803448"/>
            <a:ext cx="1152973" cy="108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B98E3EAB-C9FB-4F8A-8031-13980CAE1BF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528102" y="4054552"/>
            <a:ext cx="1051429" cy="108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7DF42954-8FFD-4A2D-9F75-5B79D7C1E1DB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740352" y="5661248"/>
            <a:ext cx="1243636" cy="108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23028642-5A8C-42B3-B96A-0965D105331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236296" y="107311"/>
            <a:ext cx="1164522" cy="108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FDA9607A-626B-42C9-8316-C7C877BD2114}"/>
              </a:ext>
            </a:extLst>
          </p:cNvPr>
          <p:cNvPicPr preferRelativeResize="0">
            <a:picLocks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37080" y="168287"/>
            <a:ext cx="1080000" cy="108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64254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D118EED0-9EAC-4204-AF49-B108764EC445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511693" y="4355944"/>
            <a:ext cx="720000" cy="72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922943BB-DD56-4125-BC88-EBFE37096946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/>
          <a:srcRect l="6303" t="4247" r="8235" b="10049"/>
          <a:stretch/>
        </p:blipFill>
        <p:spPr>
          <a:xfrm>
            <a:off x="7524328" y="5198612"/>
            <a:ext cx="720000" cy="72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E4A41E10-F891-4483-9CD6-433CF06D27A3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511693" y="3513276"/>
            <a:ext cx="720000" cy="72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1659289A-1DF8-4EB9-906A-0E843A7A5655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511693" y="2670608"/>
            <a:ext cx="720000" cy="72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6AC0224F-730D-4116-828B-05C2E3DC84B6}"/>
              </a:ext>
            </a:extLst>
          </p:cNvPr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7511693" y="6883948"/>
            <a:ext cx="720000" cy="72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B98E3EAB-C9FB-4F8A-8031-13980CAE1BF4}"/>
              </a:ext>
            </a:extLst>
          </p:cNvPr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7511693" y="1827940"/>
            <a:ext cx="720000" cy="72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23028642-5A8C-42B3-B96A-0965D105331B}"/>
              </a:ext>
            </a:extLst>
          </p:cNvPr>
          <p:cNvPicPr preferRelativeResize="0"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7511693" y="6041280"/>
            <a:ext cx="720000" cy="72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403E99B5-3441-4D19-90DB-2BD8168FBE27}"/>
              </a:ext>
            </a:extLst>
          </p:cNvPr>
          <p:cNvPicPr preferRelativeResize="0"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7511693" y="985272"/>
            <a:ext cx="720000" cy="72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A55D6236-D7C7-4806-B818-9DEF60B09CF5}"/>
              </a:ext>
            </a:extLst>
          </p:cNvPr>
          <p:cNvPicPr preferRelativeResize="0"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7511693" y="142604"/>
            <a:ext cx="720000" cy="72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9B091C8-ACB1-4D06-9F7B-F8B29B8DC5A6}"/>
              </a:ext>
            </a:extLst>
          </p:cNvPr>
          <p:cNvPicPr preferRelativeResize="0"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10404648" y="142604"/>
            <a:ext cx="720000" cy="72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036C0BA-30AA-4D44-838C-ACA9BC7E5D49}"/>
              </a:ext>
            </a:extLst>
          </p:cNvPr>
          <p:cNvPicPr preferRelativeResize="0"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10404648" y="5198612"/>
            <a:ext cx="720000" cy="72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6BDBF48-5766-4346-A2B1-A1B387DA5E98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13"/>
          <a:srcRect l="21728"/>
          <a:stretch/>
        </p:blipFill>
        <p:spPr>
          <a:xfrm>
            <a:off x="10404648" y="4355944"/>
            <a:ext cx="720000" cy="72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E252D296-F49C-4CBB-8243-EC84C414A25A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14"/>
          <a:srcRect l="11630" t="10502" r="15028" b="16156"/>
          <a:stretch/>
        </p:blipFill>
        <p:spPr>
          <a:xfrm>
            <a:off x="10404648" y="6041280"/>
            <a:ext cx="720000" cy="72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349A3B3C-831B-4ADA-B341-0A2E730D08FD}"/>
              </a:ext>
            </a:extLst>
          </p:cNvPr>
          <p:cNvPicPr preferRelativeResize="0"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10404648" y="3513276"/>
            <a:ext cx="720000" cy="72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EEF5553E-9076-45E6-88EE-FF9E0DBDAE85}"/>
              </a:ext>
            </a:extLst>
          </p:cNvPr>
          <p:cNvPicPr preferRelativeResize="0">
            <a:picLocks/>
          </p:cNvPicPr>
          <p:nvPr/>
        </p:nvPicPr>
        <p:blipFill>
          <a:blip r:embed="rId16"/>
          <a:stretch>
            <a:fillRect/>
          </a:stretch>
        </p:blipFill>
        <p:spPr>
          <a:xfrm>
            <a:off x="10404648" y="985272"/>
            <a:ext cx="720000" cy="72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49D02A75-E967-4E31-9717-437D4770B44F}"/>
              </a:ext>
            </a:extLst>
          </p:cNvPr>
          <p:cNvPicPr preferRelativeResize="0">
            <a:picLocks/>
          </p:cNvPicPr>
          <p:nvPr/>
        </p:nvPicPr>
        <p:blipFill>
          <a:blip r:embed="rId17"/>
          <a:stretch>
            <a:fillRect/>
          </a:stretch>
        </p:blipFill>
        <p:spPr>
          <a:xfrm>
            <a:off x="10404648" y="6883948"/>
            <a:ext cx="720000" cy="72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7DF42954-8FFD-4A2D-9F75-5B79D7C1E1DB}"/>
              </a:ext>
            </a:extLst>
          </p:cNvPr>
          <p:cNvPicPr preferRelativeResize="0">
            <a:picLocks/>
          </p:cNvPicPr>
          <p:nvPr/>
        </p:nvPicPr>
        <p:blipFill>
          <a:blip r:embed="rId18"/>
          <a:stretch>
            <a:fillRect/>
          </a:stretch>
        </p:blipFill>
        <p:spPr>
          <a:xfrm>
            <a:off x="10404648" y="1827940"/>
            <a:ext cx="720000" cy="72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002E0F2F-9851-42DC-9E8E-F2DBA3BBEDF3}"/>
              </a:ext>
            </a:extLst>
          </p:cNvPr>
          <p:cNvPicPr preferRelativeResize="0">
            <a:picLocks/>
          </p:cNvPicPr>
          <p:nvPr/>
        </p:nvPicPr>
        <p:blipFill>
          <a:blip r:embed="rId19"/>
          <a:stretch>
            <a:fillRect/>
          </a:stretch>
        </p:blipFill>
        <p:spPr>
          <a:xfrm>
            <a:off x="10404648" y="2670608"/>
            <a:ext cx="720000" cy="72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294F4299-B94F-44EE-A920-4637FAC1F7B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23528" y="35920"/>
            <a:ext cx="437450" cy="6858000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0A2C6CDF-3E48-4D0B-A531-F4C513B727B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385645" y="35920"/>
            <a:ext cx="3434425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D985896A-C249-4BE4-931A-147FCB34F77C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2"/>
          <a:srcRect l="11056" t="8930" r="6783" b="8107"/>
          <a:stretch/>
        </p:blipFill>
        <p:spPr>
          <a:xfrm>
            <a:off x="6305881" y="1467940"/>
            <a:ext cx="720000" cy="720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42780961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1383</TotalTime>
  <Words>84</Words>
  <Application>Microsoft Office PowerPoint</Application>
  <PresentationFormat>Affichage à l'écran (4:3)</PresentationFormat>
  <Paragraphs>23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Algerian</vt:lpstr>
      <vt:lpstr>Arial</vt:lpstr>
      <vt:lpstr>Calibri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Jean Le Fur</dc:creator>
  <cp:lastModifiedBy>Jean LE FUR</cp:lastModifiedBy>
  <cp:revision>77</cp:revision>
  <cp:lastPrinted>2018-05-25T08:02:30Z</cp:lastPrinted>
  <dcterms:created xsi:type="dcterms:W3CDTF">2018-05-17T14:41:08Z</dcterms:created>
  <dcterms:modified xsi:type="dcterms:W3CDTF">2026-05-11T02:25:24Z</dcterms:modified>
</cp:coreProperties>
</file>