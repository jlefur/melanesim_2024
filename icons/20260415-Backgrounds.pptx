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65" r:id="rId2"/>
    <p:sldId id="264" r:id="rId3"/>
    <p:sldId id="263" r:id="rId4"/>
    <p:sldId id="261" r:id="rId5"/>
    <p:sldId id="262" r:id="rId6"/>
  </p:sldIdLst>
  <p:sldSz cx="9144000" cy="6858000" type="screen4x3"/>
  <p:notesSz cx="6794500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FE1100"/>
    <a:srgbClr val="FF6D00"/>
    <a:srgbClr val="FFA800"/>
    <a:srgbClr val="FFFB01"/>
    <a:srgbClr val="3EFF00"/>
    <a:srgbClr val="00AF51"/>
    <a:srgbClr val="000AF3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36" autoAdjust="0"/>
    <p:restoredTop sz="94660"/>
  </p:normalViewPr>
  <p:slideViewPr>
    <p:cSldViewPr>
      <p:cViewPr>
        <p:scale>
          <a:sx n="25" d="100"/>
          <a:sy n="25" d="100"/>
        </p:scale>
        <p:origin x="4539" y="248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28B70-92E3-48E1-BE49-F8A05A0EC16C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9A9A0-95DF-49DA-82D8-2B19D3FAF1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8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48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29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3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37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6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57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00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33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52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0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1F5DE-F893-487E-8A46-2A5279405891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6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AF16E28D-9A49-48EE-8931-8DC7617680A4}"/>
              </a:ext>
            </a:extLst>
          </p:cNvPr>
          <p:cNvGrpSpPr/>
          <p:nvPr/>
        </p:nvGrpSpPr>
        <p:grpSpPr>
          <a:xfrm>
            <a:off x="-12493896" y="-8943856"/>
            <a:ext cx="34131792" cy="24736188"/>
            <a:chOff x="0" y="110791"/>
            <a:chExt cx="9144000" cy="6626893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0316"/>
              <a:ext cx="9144000" cy="6617368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202958" y="126177"/>
              <a:ext cx="716206" cy="773936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956" y="110791"/>
              <a:ext cx="788210" cy="86041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510485" y="138113"/>
              <a:ext cx="716206" cy="722981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948263" y="5949281"/>
              <a:ext cx="1593651" cy="36004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9144826B-5487-4EE2-B651-02FC0C050B1F}"/>
                </a:ext>
              </a:extLst>
            </p:cNvPr>
            <p:cNvGrpSpPr/>
            <p:nvPr/>
          </p:nvGrpSpPr>
          <p:grpSpPr>
            <a:xfrm>
              <a:off x="1115616" y="514362"/>
              <a:ext cx="2931590" cy="322350"/>
              <a:chOff x="1115616" y="514362"/>
              <a:chExt cx="2931590" cy="32235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3783E5-A651-4B57-86DD-7EE5E5FEED27}"/>
                  </a:ext>
                </a:extLst>
              </p:cNvPr>
              <p:cNvSpPr/>
              <p:nvPr/>
            </p:nvSpPr>
            <p:spPr>
              <a:xfrm>
                <a:off x="1115616" y="540997"/>
                <a:ext cx="2664296" cy="295715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77C9275C-872C-4A0D-B125-7BD557C3A6D0}"/>
                  </a:ext>
                </a:extLst>
              </p:cNvPr>
              <p:cNvGrpSpPr/>
              <p:nvPr/>
            </p:nvGrpSpPr>
            <p:grpSpPr>
              <a:xfrm>
                <a:off x="1259632" y="514362"/>
                <a:ext cx="2787574" cy="276999"/>
                <a:chOff x="1152396" y="628507"/>
                <a:chExt cx="2787574" cy="276999"/>
              </a:xfrm>
            </p:grpSpPr>
            <p:cxnSp>
              <p:nvCxnSpPr>
                <p:cNvPr id="7" name="Connecteur droit 6">
                  <a:extLst>
                    <a:ext uri="{FF2B5EF4-FFF2-40B4-BE49-F238E27FC236}">
                      <a16:creationId xmlns:a16="http://schemas.microsoft.com/office/drawing/2014/main" id="{88EF89A0-7EE7-40F2-B67F-B17454653550}"/>
                    </a:ext>
                  </a:extLst>
                </p:cNvPr>
                <p:cNvCxnSpPr/>
                <p:nvPr/>
              </p:nvCxnSpPr>
              <p:spPr>
                <a:xfrm>
                  <a:off x="1475656" y="767006"/>
                  <a:ext cx="1656184" cy="0"/>
                </a:xfrm>
                <a:prstGeom prst="line">
                  <a:avLst/>
                </a:prstGeom>
                <a:ln w="28575">
                  <a:headEnd type="oval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FFBB35D8-76F0-45A3-9022-79B3FFC43A1E}"/>
                    </a:ext>
                  </a:extLst>
                </p:cNvPr>
                <p:cNvSpPr txBox="1"/>
                <p:nvPr/>
              </p:nvSpPr>
              <p:spPr>
                <a:xfrm>
                  <a:off x="3139751" y="628507"/>
                  <a:ext cx="80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>
                      <a:solidFill>
                        <a:srgbClr val="0070C0"/>
                      </a:solidFill>
                      <a:latin typeface="Arial Black" panose="020B0A04020102020204" pitchFamily="34" charset="0"/>
                    </a:rPr>
                    <a:t>500 km</a:t>
                  </a:r>
                </a:p>
              </p:txBody>
            </p:sp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8635D908-ADA7-4C78-B71C-253565DA174F}"/>
                    </a:ext>
                  </a:extLst>
                </p:cNvPr>
                <p:cNvSpPr txBox="1"/>
                <p:nvPr/>
              </p:nvSpPr>
              <p:spPr>
                <a:xfrm>
                  <a:off x="1152396" y="628507"/>
                  <a:ext cx="2872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>
                      <a:solidFill>
                        <a:srgbClr val="0070C0"/>
                      </a:solidFill>
                      <a:latin typeface="Arial Black" panose="020B0A04020102020204" pitchFamily="34" charset="0"/>
                    </a:rPr>
                    <a:t>0</a:t>
                  </a:r>
                </a:p>
              </p:txBody>
            </p:sp>
          </p:grpSp>
        </p:grp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FDA0A67-CC39-4FAC-8290-5DA8DB79E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4782" y="138113"/>
              <a:ext cx="3476919" cy="721495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A40C34A7-8857-4EF8-BFF7-99A4F88AC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9035" y="6030969"/>
              <a:ext cx="1439386" cy="575754"/>
            </a:xfrm>
            <a:prstGeom prst="rect">
              <a:avLst/>
            </a:prstGeom>
            <a:ln>
              <a:noFill/>
            </a:ln>
            <a:effectLst/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01D7FCFA-7DF6-4BA9-84F9-580F585BF272}"/>
              </a:ext>
            </a:extLst>
          </p:cNvPr>
          <p:cNvSpPr txBox="1"/>
          <p:nvPr/>
        </p:nvSpPr>
        <p:spPr>
          <a:xfrm>
            <a:off x="-1044624" y="-7804248"/>
            <a:ext cx="2646878" cy="1200329"/>
          </a:xfrm>
          <a:prstGeom prst="rect">
            <a:avLst/>
          </a:prstGeom>
          <a:solidFill>
            <a:srgbClr val="CCCCCC"/>
          </a:solidFill>
        </p:spPr>
        <p:txBody>
          <a:bodyPr wrap="none" rtlCol="0">
            <a:spAutoFit/>
          </a:bodyPr>
          <a:lstStyle/>
          <a:p>
            <a:b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  <a:t>    500 km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0BDB0EE-8273-45C7-97F7-69A90EF495A5}"/>
              </a:ext>
            </a:extLst>
          </p:cNvPr>
          <p:cNvSpPr txBox="1"/>
          <p:nvPr/>
        </p:nvSpPr>
        <p:spPr>
          <a:xfrm>
            <a:off x="-7775071" y="-7804248"/>
            <a:ext cx="646331" cy="1200329"/>
          </a:xfrm>
          <a:prstGeom prst="rect">
            <a:avLst/>
          </a:prstGeom>
          <a:solidFill>
            <a:srgbClr val="CCCCCC"/>
          </a:solidFill>
        </p:spPr>
        <p:txBody>
          <a:bodyPr wrap="none" rtlCol="0">
            <a:spAutoFit/>
          </a:bodyPr>
          <a:lstStyle/>
          <a:p>
            <a: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  <a:t>   </a:t>
            </a:r>
            <a:b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  <a:t> 0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B334C5F8-1224-480A-8836-1CC94D1668DA}"/>
              </a:ext>
            </a:extLst>
          </p:cNvPr>
          <p:cNvCxnSpPr>
            <a:cxnSpLocks/>
          </p:cNvCxnSpPr>
          <p:nvPr/>
        </p:nvCxnSpPr>
        <p:spPr>
          <a:xfrm>
            <a:off x="-6877272" y="-6929674"/>
            <a:ext cx="6211565" cy="0"/>
          </a:xfrm>
          <a:prstGeom prst="line">
            <a:avLst/>
          </a:prstGeom>
          <a:ln w="7620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83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AF16E28D-9A49-48EE-8931-8DC7617680A4}"/>
              </a:ext>
            </a:extLst>
          </p:cNvPr>
          <p:cNvGrpSpPr/>
          <p:nvPr/>
        </p:nvGrpSpPr>
        <p:grpSpPr>
          <a:xfrm>
            <a:off x="-12493896" y="-8943856"/>
            <a:ext cx="34131792" cy="24736188"/>
            <a:chOff x="0" y="110791"/>
            <a:chExt cx="9144000" cy="6626893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0316"/>
              <a:ext cx="9144000" cy="6617368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202958" y="126177"/>
              <a:ext cx="716206" cy="773936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956" y="110791"/>
              <a:ext cx="788210" cy="86041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510485" y="138113"/>
              <a:ext cx="716206" cy="722981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948263" y="5949281"/>
              <a:ext cx="1593651" cy="36004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9144826B-5487-4EE2-B651-02FC0C050B1F}"/>
                </a:ext>
              </a:extLst>
            </p:cNvPr>
            <p:cNvGrpSpPr/>
            <p:nvPr/>
          </p:nvGrpSpPr>
          <p:grpSpPr>
            <a:xfrm>
              <a:off x="1115616" y="514362"/>
              <a:ext cx="2931590" cy="322350"/>
              <a:chOff x="1115616" y="514362"/>
              <a:chExt cx="2931590" cy="32235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3783E5-A651-4B57-86DD-7EE5E5FEED27}"/>
                  </a:ext>
                </a:extLst>
              </p:cNvPr>
              <p:cNvSpPr/>
              <p:nvPr/>
            </p:nvSpPr>
            <p:spPr>
              <a:xfrm>
                <a:off x="1115616" y="540997"/>
                <a:ext cx="2664296" cy="295715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77C9275C-872C-4A0D-B125-7BD557C3A6D0}"/>
                  </a:ext>
                </a:extLst>
              </p:cNvPr>
              <p:cNvGrpSpPr/>
              <p:nvPr/>
            </p:nvGrpSpPr>
            <p:grpSpPr>
              <a:xfrm>
                <a:off x="1259632" y="514362"/>
                <a:ext cx="2787574" cy="276999"/>
                <a:chOff x="1152396" y="628507"/>
                <a:chExt cx="2787574" cy="276999"/>
              </a:xfrm>
            </p:grpSpPr>
            <p:cxnSp>
              <p:nvCxnSpPr>
                <p:cNvPr id="7" name="Connecteur droit 6">
                  <a:extLst>
                    <a:ext uri="{FF2B5EF4-FFF2-40B4-BE49-F238E27FC236}">
                      <a16:creationId xmlns:a16="http://schemas.microsoft.com/office/drawing/2014/main" id="{88EF89A0-7EE7-40F2-B67F-B17454653550}"/>
                    </a:ext>
                  </a:extLst>
                </p:cNvPr>
                <p:cNvCxnSpPr/>
                <p:nvPr/>
              </p:nvCxnSpPr>
              <p:spPr>
                <a:xfrm>
                  <a:off x="1475656" y="767006"/>
                  <a:ext cx="1656184" cy="0"/>
                </a:xfrm>
                <a:prstGeom prst="line">
                  <a:avLst/>
                </a:prstGeom>
                <a:ln w="28575">
                  <a:headEnd type="oval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FFBB35D8-76F0-45A3-9022-79B3FFC43A1E}"/>
                    </a:ext>
                  </a:extLst>
                </p:cNvPr>
                <p:cNvSpPr txBox="1"/>
                <p:nvPr/>
              </p:nvSpPr>
              <p:spPr>
                <a:xfrm>
                  <a:off x="3139751" y="628507"/>
                  <a:ext cx="80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>
                      <a:solidFill>
                        <a:srgbClr val="0070C0"/>
                      </a:solidFill>
                      <a:latin typeface="Arial Black" panose="020B0A04020102020204" pitchFamily="34" charset="0"/>
                    </a:rPr>
                    <a:t>500 km</a:t>
                  </a:r>
                </a:p>
              </p:txBody>
            </p:sp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8635D908-ADA7-4C78-B71C-253565DA174F}"/>
                    </a:ext>
                  </a:extLst>
                </p:cNvPr>
                <p:cNvSpPr txBox="1"/>
                <p:nvPr/>
              </p:nvSpPr>
              <p:spPr>
                <a:xfrm>
                  <a:off x="1152396" y="628507"/>
                  <a:ext cx="2872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>
                      <a:solidFill>
                        <a:srgbClr val="0070C0"/>
                      </a:solidFill>
                      <a:latin typeface="Arial Black" panose="020B0A04020102020204" pitchFamily="34" charset="0"/>
                    </a:rPr>
                    <a:t>0</a:t>
                  </a:r>
                </a:p>
              </p:txBody>
            </p:sp>
          </p:grpSp>
        </p:grp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FDA0A67-CC39-4FAC-8290-5DA8DB79E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4782" y="138113"/>
              <a:ext cx="3476919" cy="721495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A40C34A7-8857-4EF8-BFF7-99A4F88AC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9035" y="6030969"/>
              <a:ext cx="1439386" cy="575754"/>
            </a:xfrm>
            <a:prstGeom prst="rect">
              <a:avLst/>
            </a:prstGeom>
            <a:ln>
              <a:noFill/>
            </a:ln>
            <a:effectLst/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01D7FCFA-7DF6-4BA9-84F9-580F585BF272}"/>
              </a:ext>
            </a:extLst>
          </p:cNvPr>
          <p:cNvSpPr txBox="1"/>
          <p:nvPr/>
        </p:nvSpPr>
        <p:spPr>
          <a:xfrm>
            <a:off x="-1044624" y="-7804248"/>
            <a:ext cx="2646878" cy="1200329"/>
          </a:xfrm>
          <a:prstGeom prst="rect">
            <a:avLst/>
          </a:prstGeom>
          <a:solidFill>
            <a:srgbClr val="CCCCCC"/>
          </a:solidFill>
        </p:spPr>
        <p:txBody>
          <a:bodyPr wrap="none" rtlCol="0">
            <a:spAutoFit/>
          </a:bodyPr>
          <a:lstStyle/>
          <a:p>
            <a:b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  <a:t>    500 km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0BDB0EE-8273-45C7-97F7-69A90EF495A5}"/>
              </a:ext>
            </a:extLst>
          </p:cNvPr>
          <p:cNvSpPr txBox="1"/>
          <p:nvPr/>
        </p:nvSpPr>
        <p:spPr>
          <a:xfrm>
            <a:off x="-7775071" y="-7804248"/>
            <a:ext cx="646331" cy="1200329"/>
          </a:xfrm>
          <a:prstGeom prst="rect">
            <a:avLst/>
          </a:prstGeom>
          <a:solidFill>
            <a:srgbClr val="CCCCCC"/>
          </a:solidFill>
        </p:spPr>
        <p:txBody>
          <a:bodyPr wrap="none" rtlCol="0">
            <a:spAutoFit/>
          </a:bodyPr>
          <a:lstStyle/>
          <a:p>
            <a: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  <a:t>   </a:t>
            </a:r>
            <a:b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fr-FR" sz="3600" dirty="0">
                <a:solidFill>
                  <a:srgbClr val="0070C0"/>
                </a:solidFill>
                <a:latin typeface="Arial Black" panose="020B0A04020102020204" pitchFamily="34" charset="0"/>
              </a:rPr>
              <a:t> 0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B334C5F8-1224-480A-8836-1CC94D1668DA}"/>
              </a:ext>
            </a:extLst>
          </p:cNvPr>
          <p:cNvCxnSpPr>
            <a:cxnSpLocks/>
          </p:cNvCxnSpPr>
          <p:nvPr/>
        </p:nvCxnSpPr>
        <p:spPr>
          <a:xfrm>
            <a:off x="-6877272" y="-6929674"/>
            <a:ext cx="6211565" cy="0"/>
          </a:xfrm>
          <a:prstGeom prst="line">
            <a:avLst/>
          </a:prstGeom>
          <a:ln w="7620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2022F3B6-4C78-482F-A4F2-C6B55EE20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183" y="-8812360"/>
            <a:ext cx="12978289" cy="269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7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AF16E28D-9A49-48EE-8931-8DC7617680A4}"/>
              </a:ext>
            </a:extLst>
          </p:cNvPr>
          <p:cNvGrpSpPr/>
          <p:nvPr/>
        </p:nvGrpSpPr>
        <p:grpSpPr>
          <a:xfrm>
            <a:off x="0" y="110791"/>
            <a:ext cx="9144000" cy="6626893"/>
            <a:chOff x="0" y="110791"/>
            <a:chExt cx="9144000" cy="6626893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0316"/>
              <a:ext cx="9144000" cy="6617368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202958" y="126177"/>
              <a:ext cx="716206" cy="773936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956" y="110791"/>
              <a:ext cx="788210" cy="86041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510485" y="138113"/>
              <a:ext cx="716206" cy="722981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948263" y="5949281"/>
              <a:ext cx="1593651" cy="36004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9144826B-5487-4EE2-B651-02FC0C050B1F}"/>
                </a:ext>
              </a:extLst>
            </p:cNvPr>
            <p:cNvGrpSpPr/>
            <p:nvPr/>
          </p:nvGrpSpPr>
          <p:grpSpPr>
            <a:xfrm>
              <a:off x="1115616" y="514362"/>
              <a:ext cx="2931590" cy="322350"/>
              <a:chOff x="1115616" y="514362"/>
              <a:chExt cx="2931590" cy="32235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3783E5-A651-4B57-86DD-7EE5E5FEED27}"/>
                  </a:ext>
                </a:extLst>
              </p:cNvPr>
              <p:cNvSpPr/>
              <p:nvPr/>
            </p:nvSpPr>
            <p:spPr>
              <a:xfrm>
                <a:off x="1115616" y="540997"/>
                <a:ext cx="2664296" cy="295715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77C9275C-872C-4A0D-B125-7BD557C3A6D0}"/>
                  </a:ext>
                </a:extLst>
              </p:cNvPr>
              <p:cNvGrpSpPr/>
              <p:nvPr/>
            </p:nvGrpSpPr>
            <p:grpSpPr>
              <a:xfrm>
                <a:off x="1259632" y="514362"/>
                <a:ext cx="2787574" cy="276999"/>
                <a:chOff x="1152396" y="628507"/>
                <a:chExt cx="2787574" cy="276999"/>
              </a:xfrm>
            </p:grpSpPr>
            <p:cxnSp>
              <p:nvCxnSpPr>
                <p:cNvPr id="7" name="Connecteur droit 6">
                  <a:extLst>
                    <a:ext uri="{FF2B5EF4-FFF2-40B4-BE49-F238E27FC236}">
                      <a16:creationId xmlns:a16="http://schemas.microsoft.com/office/drawing/2014/main" id="{88EF89A0-7EE7-40F2-B67F-B17454653550}"/>
                    </a:ext>
                  </a:extLst>
                </p:cNvPr>
                <p:cNvCxnSpPr/>
                <p:nvPr/>
              </p:nvCxnSpPr>
              <p:spPr>
                <a:xfrm>
                  <a:off x="1475656" y="767006"/>
                  <a:ext cx="1656184" cy="0"/>
                </a:xfrm>
                <a:prstGeom prst="line">
                  <a:avLst/>
                </a:prstGeom>
                <a:ln w="28575">
                  <a:headEnd type="oval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FFBB35D8-76F0-45A3-9022-79B3FFC43A1E}"/>
                    </a:ext>
                  </a:extLst>
                </p:cNvPr>
                <p:cNvSpPr txBox="1"/>
                <p:nvPr/>
              </p:nvSpPr>
              <p:spPr>
                <a:xfrm>
                  <a:off x="3139751" y="628507"/>
                  <a:ext cx="80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>
                      <a:solidFill>
                        <a:srgbClr val="0070C0"/>
                      </a:solidFill>
                      <a:latin typeface="Arial Black" panose="020B0A04020102020204" pitchFamily="34" charset="0"/>
                    </a:rPr>
                    <a:t>500 km</a:t>
                  </a:r>
                </a:p>
              </p:txBody>
            </p:sp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8635D908-ADA7-4C78-B71C-253565DA174F}"/>
                    </a:ext>
                  </a:extLst>
                </p:cNvPr>
                <p:cNvSpPr txBox="1"/>
                <p:nvPr/>
              </p:nvSpPr>
              <p:spPr>
                <a:xfrm>
                  <a:off x="1152396" y="628507"/>
                  <a:ext cx="2872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>
                      <a:solidFill>
                        <a:srgbClr val="0070C0"/>
                      </a:solidFill>
                      <a:latin typeface="Arial Black" panose="020B0A04020102020204" pitchFamily="34" charset="0"/>
                    </a:rPr>
                    <a:t>0</a:t>
                  </a:r>
                </a:p>
              </p:txBody>
            </p:sp>
          </p:grpSp>
        </p:grp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FDA0A67-CC39-4FAC-8290-5DA8DB79E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4782" y="138113"/>
              <a:ext cx="3476919" cy="721495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A40C34A7-8857-4EF8-BFF7-99A4F88AC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9035" y="6030969"/>
              <a:ext cx="1439386" cy="575754"/>
            </a:xfrm>
            <a:prstGeom prst="rect">
              <a:avLst/>
            </a:prstGeom>
            <a:ln>
              <a:noFill/>
            </a:ln>
            <a:effectLst/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EDFB3E8-24DB-4C64-A84D-97E4C98299D8}"/>
              </a:ext>
            </a:extLst>
          </p:cNvPr>
          <p:cNvSpPr/>
          <p:nvPr/>
        </p:nvSpPr>
        <p:spPr>
          <a:xfrm>
            <a:off x="1708654" y="2694841"/>
            <a:ext cx="6124863" cy="1085200"/>
          </a:xfrm>
          <a:prstGeom prst="rect">
            <a:avLst/>
          </a:prstGeom>
          <a:solidFill>
            <a:srgbClr val="F4C077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D6EDC4-4DE5-4D8C-98C9-B625AD43C448}"/>
              </a:ext>
            </a:extLst>
          </p:cNvPr>
          <p:cNvSpPr/>
          <p:nvPr/>
        </p:nvSpPr>
        <p:spPr>
          <a:xfrm>
            <a:off x="1798170" y="2737582"/>
            <a:ext cx="47656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dirty="0">
                <a:solidFill>
                  <a:schemeClr val="bg1"/>
                </a:solidFill>
              </a:rPr>
              <a:t> 5% of total </a:t>
            </a:r>
            <a:r>
              <a:rPr lang="fr-FR" dirty="0" err="1">
                <a:solidFill>
                  <a:schemeClr val="bg1"/>
                </a:solidFill>
              </a:rPr>
              <a:t>energy</a:t>
            </a:r>
            <a:endParaRPr lang="fr-FR" dirty="0">
              <a:solidFill>
                <a:schemeClr val="bg1"/>
              </a:solidFill>
            </a:endParaRPr>
          </a:p>
          <a:p>
            <a:pPr algn="r"/>
            <a:r>
              <a:rPr lang="fr-FR" dirty="0">
                <a:solidFill>
                  <a:schemeClr val="bg1"/>
                </a:solidFill>
              </a:rPr>
              <a:t>10% of total </a:t>
            </a:r>
            <a:r>
              <a:rPr lang="fr-FR" dirty="0" err="1">
                <a:solidFill>
                  <a:schemeClr val="bg1"/>
                </a:solidFill>
              </a:rPr>
              <a:t>energy</a:t>
            </a:r>
            <a:endParaRPr lang="fr-FR" dirty="0">
              <a:solidFill>
                <a:schemeClr val="bg1"/>
              </a:solidFill>
            </a:endParaRPr>
          </a:p>
          <a:p>
            <a:pPr algn="r"/>
            <a:r>
              <a:rPr lang="fr-FR" dirty="0">
                <a:solidFill>
                  <a:schemeClr val="bg1"/>
                </a:solidFill>
              </a:rPr>
              <a:t>25% of total </a:t>
            </a:r>
            <a:r>
              <a:rPr lang="fr-FR" dirty="0" err="1">
                <a:solidFill>
                  <a:schemeClr val="bg1"/>
                </a:solidFill>
              </a:rPr>
              <a:t>energy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E5976B4-BA70-442D-AFEB-9DD7CE6F6C9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448" b="18424"/>
          <a:stretch/>
        </p:blipFill>
        <p:spPr>
          <a:xfrm flipH="1">
            <a:off x="6724512" y="2771785"/>
            <a:ext cx="870968" cy="8931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9340C94-99C5-479A-A8DC-478F1EE0DA5D}"/>
              </a:ext>
            </a:extLst>
          </p:cNvPr>
          <p:cNvSpPr/>
          <p:nvPr/>
        </p:nvSpPr>
        <p:spPr>
          <a:xfrm>
            <a:off x="1708654" y="2694841"/>
            <a:ext cx="2640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dirty="0">
                <a:solidFill>
                  <a:srgbClr val="002060"/>
                </a:solidFill>
              </a:rPr>
              <a:t>Most ‘</a:t>
            </a:r>
            <a:r>
              <a:rPr lang="fr-FR" dirty="0" err="1">
                <a:solidFill>
                  <a:srgbClr val="002060"/>
                </a:solidFill>
              </a:rPr>
              <a:t>energetic</a:t>
            </a:r>
            <a:r>
              <a:rPr lang="fr-FR" dirty="0">
                <a:solidFill>
                  <a:srgbClr val="002060"/>
                </a:solidFill>
              </a:rPr>
              <a:t>’ areas :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19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16"/>
            <a:ext cx="9144000" cy="6617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2958" y="126177"/>
            <a:ext cx="716206" cy="77393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6" y="110791"/>
            <a:ext cx="788210" cy="8604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10485" y="138113"/>
            <a:ext cx="716206" cy="72298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260" y="143807"/>
            <a:ext cx="5346655" cy="87180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948263" y="5949281"/>
            <a:ext cx="1593651" cy="36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28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7915" y="1116746"/>
            <a:ext cx="288032" cy="288032"/>
          </a:xfrm>
          <a:prstGeom prst="rect">
            <a:avLst/>
          </a:prstGeom>
          <a:solidFill>
            <a:srgbClr val="000A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3578670" y="1116746"/>
            <a:ext cx="288032" cy="288032"/>
          </a:xfrm>
          <a:prstGeom prst="rect">
            <a:avLst/>
          </a:prstGeom>
          <a:solidFill>
            <a:srgbClr val="00AF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3969425" y="1116746"/>
            <a:ext cx="288032" cy="288032"/>
          </a:xfrm>
          <a:prstGeom prst="rect">
            <a:avLst/>
          </a:prstGeom>
          <a:solidFill>
            <a:srgbClr val="3E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360180" y="1116746"/>
            <a:ext cx="288032" cy="288032"/>
          </a:xfrm>
          <a:prstGeom prst="rect">
            <a:avLst/>
          </a:prstGeom>
          <a:solidFill>
            <a:srgbClr val="FFFB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750935" y="1116746"/>
            <a:ext cx="288032" cy="288032"/>
          </a:xfrm>
          <a:prstGeom prst="rect">
            <a:avLst/>
          </a:prstGeom>
          <a:solidFill>
            <a:srgbClr val="FFA8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141690" y="1116746"/>
            <a:ext cx="288032" cy="288032"/>
          </a:xfrm>
          <a:prstGeom prst="rect">
            <a:avLst/>
          </a:prstGeom>
          <a:solidFill>
            <a:srgbClr val="FF6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532445" y="1116746"/>
            <a:ext cx="288032" cy="288032"/>
          </a:xfrm>
          <a:prstGeom prst="rect">
            <a:avLst/>
          </a:prstGeom>
          <a:solidFill>
            <a:srgbClr val="FE1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923197" y="1116746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5364088" y="3346103"/>
            <a:ext cx="65147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0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0.2)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0.2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0.5)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0.5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1)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3;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1.5)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1.5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2)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5;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2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3)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6;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115616" y="1052736"/>
            <a:ext cx="2020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>
                <a:latin typeface="Abadi MT Condensed Light" panose="020B0306030101010103" pitchFamily="34" charset="0"/>
              </a:rPr>
              <a:t>Micronekton</a:t>
            </a:r>
            <a:r>
              <a:rPr lang="fr-FR" sz="2400" b="1" dirty="0">
                <a:latin typeface="Abadi MT Condensed Light" panose="020B0306030101010103" pitchFamily="34" charset="0"/>
              </a:rPr>
              <a:t> g/m</a:t>
            </a:r>
            <a:r>
              <a:rPr lang="fr-FR" sz="2400" b="1" baseline="30000" dirty="0">
                <a:latin typeface="Abadi MT Condensed Light" panose="020B0306030101010103" pitchFamily="34" charset="0"/>
              </a:rPr>
              <a:t>2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3548973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.2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909013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.5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4341061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656091" y="141378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1.5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097262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465998" y="141378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&gt;3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058551" y="141378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&lt;.2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853463" y="1444558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land</a:t>
            </a:r>
          </a:p>
        </p:txBody>
      </p:sp>
    </p:spTree>
    <p:extLst>
      <p:ext uri="{BB962C8B-B14F-4D97-AF65-F5344CB8AC3E}">
        <p14:creationId xmlns:p14="http://schemas.microsoft.com/office/powerpoint/2010/main" val="1021025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155</Words>
  <Application>Microsoft Office PowerPoint</Application>
  <PresentationFormat>Affichage à l'écran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Abadi MT Condensed Light</vt:lpstr>
      <vt:lpstr>Arial</vt:lpstr>
      <vt:lpstr>Arial Black</vt:lpstr>
      <vt:lpstr>Calibri</vt:lpstr>
      <vt:lpstr>Consolas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Le Fur</dc:creator>
  <cp:lastModifiedBy>Jean LE FUR</cp:lastModifiedBy>
  <cp:revision>54</cp:revision>
  <cp:lastPrinted>2018-05-25T08:02:30Z</cp:lastPrinted>
  <dcterms:created xsi:type="dcterms:W3CDTF">2018-05-17T14:41:08Z</dcterms:created>
  <dcterms:modified xsi:type="dcterms:W3CDTF">2026-04-15T07:04:39Z</dcterms:modified>
</cp:coreProperties>
</file>