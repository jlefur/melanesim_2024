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7"/>
  </p:handoutMasterIdLst>
  <p:sldIdLst>
    <p:sldId id="263" r:id="rId2"/>
    <p:sldId id="256" r:id="rId3"/>
    <p:sldId id="264" r:id="rId4"/>
    <p:sldId id="261" r:id="rId5"/>
    <p:sldId id="262" r:id="rId6"/>
  </p:sldIdLst>
  <p:sldSz cx="9144000" cy="6858000" type="screen4x3"/>
  <p:notesSz cx="6794500" cy="9906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1100"/>
    <a:srgbClr val="FF6D00"/>
    <a:srgbClr val="FFA800"/>
    <a:srgbClr val="FFFB01"/>
    <a:srgbClr val="3EFF00"/>
    <a:srgbClr val="00AF51"/>
    <a:srgbClr val="000AF3"/>
    <a:srgbClr val="919191"/>
    <a:srgbClr val="CC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439" autoAdjust="0"/>
    <p:restoredTop sz="94660"/>
  </p:normalViewPr>
  <p:slideViewPr>
    <p:cSldViewPr>
      <p:cViewPr varScale="1">
        <p:scale>
          <a:sx n="137" d="100"/>
          <a:sy n="137" d="100"/>
        </p:scale>
        <p:origin x="1762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4283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48645" y="0"/>
            <a:ext cx="2944283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428B70-92E3-48E1-BE49-F8A05A0EC16C}" type="datetimeFigureOut">
              <a:rPr lang="fr-FR" smtClean="0"/>
              <a:t>11/05/2026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9408981"/>
            <a:ext cx="2944283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48645" y="9408981"/>
            <a:ext cx="2944283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E9A9A0-95DF-49DA-82D8-2B19D3FAF10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0855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1F5DE-F893-487E-8A46-2A5279405891}" type="datetimeFigureOut">
              <a:rPr lang="fr-FR" smtClean="0"/>
              <a:t>11/05/2026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85C4A-DFEF-4D9D-A07C-9DBA78A296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752064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1F5DE-F893-487E-8A46-2A5279405891}" type="datetimeFigureOut">
              <a:rPr lang="fr-FR" smtClean="0"/>
              <a:t>11/05/2026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85C4A-DFEF-4D9D-A07C-9DBA78A296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5481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1F5DE-F893-487E-8A46-2A5279405891}" type="datetimeFigureOut">
              <a:rPr lang="fr-FR" smtClean="0"/>
              <a:t>11/05/2026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85C4A-DFEF-4D9D-A07C-9DBA78A296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622927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1F5DE-F893-487E-8A46-2A5279405891}" type="datetimeFigureOut">
              <a:rPr lang="fr-FR" smtClean="0"/>
              <a:t>11/05/2026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85C4A-DFEF-4D9D-A07C-9DBA78A296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3316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1F5DE-F893-487E-8A46-2A5279405891}" type="datetimeFigureOut">
              <a:rPr lang="fr-FR" smtClean="0"/>
              <a:t>11/05/2026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85C4A-DFEF-4D9D-A07C-9DBA78A296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9374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1F5DE-F893-487E-8A46-2A5279405891}" type="datetimeFigureOut">
              <a:rPr lang="fr-FR" smtClean="0"/>
              <a:t>11/05/2026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85C4A-DFEF-4D9D-A07C-9DBA78A296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0629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1F5DE-F893-487E-8A46-2A5279405891}" type="datetimeFigureOut">
              <a:rPr lang="fr-FR" smtClean="0"/>
              <a:t>11/05/2026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85C4A-DFEF-4D9D-A07C-9DBA78A296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15747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1F5DE-F893-487E-8A46-2A5279405891}" type="datetimeFigureOut">
              <a:rPr lang="fr-FR" smtClean="0"/>
              <a:t>11/05/2026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85C4A-DFEF-4D9D-A07C-9DBA78A296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230042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1F5DE-F893-487E-8A46-2A5279405891}" type="datetimeFigureOut">
              <a:rPr lang="fr-FR" smtClean="0"/>
              <a:t>11/05/2026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85C4A-DFEF-4D9D-A07C-9DBA78A296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03336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1F5DE-F893-487E-8A46-2A5279405891}" type="datetimeFigureOut">
              <a:rPr lang="fr-FR" smtClean="0"/>
              <a:t>11/05/2026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85C4A-DFEF-4D9D-A07C-9DBA78A296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355274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1F5DE-F893-487E-8A46-2A5279405891}" type="datetimeFigureOut">
              <a:rPr lang="fr-FR" smtClean="0"/>
              <a:t>11/05/2026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85C4A-DFEF-4D9D-A07C-9DBA78A296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34905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E1F5DE-F893-487E-8A46-2A5279405891}" type="datetimeFigureOut">
              <a:rPr lang="fr-FR" smtClean="0"/>
              <a:t>11/05/2026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D85C4A-DFEF-4D9D-A07C-9DBA78A296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3697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41542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7A08B69-3B1C-4AA6-935F-B8DA4B2E66E8}"/>
              </a:ext>
            </a:extLst>
          </p:cNvPr>
          <p:cNvSpPr/>
          <p:nvPr/>
        </p:nvSpPr>
        <p:spPr>
          <a:xfrm rot="16200000">
            <a:off x="4169643" y="801337"/>
            <a:ext cx="396000" cy="5100986"/>
          </a:xfrm>
          <a:prstGeom prst="rect">
            <a:avLst/>
          </a:prstGeom>
          <a:gradFill>
            <a:gsLst>
              <a:gs pos="0">
                <a:srgbClr val="0070C0"/>
              </a:gs>
              <a:gs pos="50000">
                <a:srgbClr val="FFFF00"/>
              </a:gs>
              <a:gs pos="100000">
                <a:srgbClr val="FF0000"/>
              </a:gs>
            </a:gsLst>
            <a:lin ang="5400000" scaled="1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85800">
              <a:spcAft>
                <a:spcPts val="450"/>
              </a:spcAft>
            </a:pPr>
            <a:br>
              <a:rPr lang="fr-FR" sz="1350" dirty="0">
                <a:solidFill>
                  <a:prstClr val="white"/>
                </a:solidFill>
                <a:latin typeface="Calibri" panose="020F0502020204030204"/>
              </a:rPr>
            </a:br>
            <a:endParaRPr lang="fr-FR" sz="135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059E6FA-5ED7-4859-9321-2086931B31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Gamme de couleurs pour température</a:t>
            </a:r>
            <a:br>
              <a:rPr lang="fr-FR" dirty="0"/>
            </a:br>
            <a:r>
              <a:rPr lang="fr-FR" dirty="0"/>
              <a:t>04.05.2026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80B77EA-ECCE-4809-86D7-2D88840298AB}"/>
              </a:ext>
            </a:extLst>
          </p:cNvPr>
          <p:cNvSpPr/>
          <p:nvPr/>
        </p:nvSpPr>
        <p:spPr>
          <a:xfrm>
            <a:off x="5923197" y="1116746"/>
            <a:ext cx="288032" cy="28803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F0753EE-E706-4737-9865-F37076117640}"/>
              </a:ext>
            </a:extLst>
          </p:cNvPr>
          <p:cNvSpPr/>
          <p:nvPr/>
        </p:nvSpPr>
        <p:spPr>
          <a:xfrm>
            <a:off x="3187915" y="1116746"/>
            <a:ext cx="288032" cy="288032"/>
          </a:xfrm>
          <a:prstGeom prst="rect">
            <a:avLst/>
          </a:prstGeom>
          <a:solidFill>
            <a:srgbClr val="000AF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8CE9E63-D487-494F-AC48-866655A1006B}"/>
              </a:ext>
            </a:extLst>
          </p:cNvPr>
          <p:cNvSpPr/>
          <p:nvPr/>
        </p:nvSpPr>
        <p:spPr>
          <a:xfrm>
            <a:off x="3578670" y="1116746"/>
            <a:ext cx="288032" cy="288032"/>
          </a:xfrm>
          <a:prstGeom prst="rect">
            <a:avLst/>
          </a:prstGeom>
          <a:solidFill>
            <a:srgbClr val="00AF5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AF496D8-523A-4FD4-90CA-E86BE8A49548}"/>
              </a:ext>
            </a:extLst>
          </p:cNvPr>
          <p:cNvSpPr/>
          <p:nvPr/>
        </p:nvSpPr>
        <p:spPr>
          <a:xfrm>
            <a:off x="3969425" y="1116746"/>
            <a:ext cx="288032" cy="288032"/>
          </a:xfrm>
          <a:prstGeom prst="rect">
            <a:avLst/>
          </a:prstGeom>
          <a:solidFill>
            <a:srgbClr val="3E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D0E25C1-D1F4-4F0F-994E-8D7869F9ACF5}"/>
              </a:ext>
            </a:extLst>
          </p:cNvPr>
          <p:cNvSpPr/>
          <p:nvPr/>
        </p:nvSpPr>
        <p:spPr>
          <a:xfrm>
            <a:off x="4360180" y="1116746"/>
            <a:ext cx="288032" cy="288032"/>
          </a:xfrm>
          <a:prstGeom prst="rect">
            <a:avLst/>
          </a:prstGeom>
          <a:solidFill>
            <a:srgbClr val="FFFB0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518501A-D9F4-44A4-8AE4-F0062E452197}"/>
              </a:ext>
            </a:extLst>
          </p:cNvPr>
          <p:cNvSpPr/>
          <p:nvPr/>
        </p:nvSpPr>
        <p:spPr>
          <a:xfrm>
            <a:off x="4750935" y="1116746"/>
            <a:ext cx="288032" cy="288032"/>
          </a:xfrm>
          <a:prstGeom prst="rect">
            <a:avLst/>
          </a:prstGeom>
          <a:solidFill>
            <a:srgbClr val="FFA8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B8EC6C5-04EE-4FAB-A4A6-46FFA764FDF2}"/>
              </a:ext>
            </a:extLst>
          </p:cNvPr>
          <p:cNvSpPr/>
          <p:nvPr/>
        </p:nvSpPr>
        <p:spPr>
          <a:xfrm>
            <a:off x="5141690" y="1116746"/>
            <a:ext cx="288032" cy="288032"/>
          </a:xfrm>
          <a:prstGeom prst="rect">
            <a:avLst/>
          </a:prstGeom>
          <a:solidFill>
            <a:srgbClr val="FF6D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E23A5A8-2505-4BFC-9B1E-00AEB6A07958}"/>
              </a:ext>
            </a:extLst>
          </p:cNvPr>
          <p:cNvSpPr/>
          <p:nvPr/>
        </p:nvSpPr>
        <p:spPr>
          <a:xfrm>
            <a:off x="5532445" y="1116746"/>
            <a:ext cx="288032" cy="288032"/>
          </a:xfrm>
          <a:prstGeom prst="rect">
            <a:avLst/>
          </a:prstGeom>
          <a:solidFill>
            <a:srgbClr val="FE11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9A555FB-8069-47D1-AB9F-188EAF408B8A}"/>
              </a:ext>
            </a:extLst>
          </p:cNvPr>
          <p:cNvSpPr/>
          <p:nvPr/>
        </p:nvSpPr>
        <p:spPr>
          <a:xfrm>
            <a:off x="5923197" y="1116746"/>
            <a:ext cx="288032" cy="28803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4E355B1-FC9A-43F3-B824-07AAA4E52BDA}"/>
              </a:ext>
            </a:extLst>
          </p:cNvPr>
          <p:cNvSpPr txBox="1"/>
          <p:nvPr/>
        </p:nvSpPr>
        <p:spPr>
          <a:xfrm>
            <a:off x="-52894" y="2985025"/>
            <a:ext cx="181209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000" dirty="0" err="1">
                <a:latin typeface="+mj-lt"/>
              </a:rPr>
              <a:t>Sea</a:t>
            </a:r>
            <a:r>
              <a:rPr lang="fr-FR" sz="2000" dirty="0">
                <a:latin typeface="+mj-lt"/>
              </a:rPr>
              <a:t>-surface</a:t>
            </a:r>
            <a:br>
              <a:rPr lang="fr-FR" sz="2000" dirty="0">
                <a:latin typeface="+mj-lt"/>
              </a:rPr>
            </a:br>
            <a:r>
              <a:rPr lang="fr-FR" sz="2000" dirty="0" err="1">
                <a:latin typeface="+mj-lt"/>
              </a:rPr>
              <a:t>temperature</a:t>
            </a:r>
            <a:r>
              <a:rPr lang="fr-FR" sz="2000" dirty="0">
                <a:latin typeface="+mj-lt"/>
              </a:rPr>
              <a:t> °C</a:t>
            </a:r>
            <a:endParaRPr lang="fr-FR" sz="2000" baseline="30000" dirty="0">
              <a:latin typeface="+mj-lt"/>
            </a:endParaRP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2E7F5A6D-96F4-47F3-B4DA-A8905E1E8DD8}"/>
              </a:ext>
            </a:extLst>
          </p:cNvPr>
          <p:cNvSpPr txBox="1"/>
          <p:nvPr/>
        </p:nvSpPr>
        <p:spPr>
          <a:xfrm>
            <a:off x="3548973" y="1413781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.2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F51E41E7-58F4-4906-ACD3-24253361691C}"/>
              </a:ext>
            </a:extLst>
          </p:cNvPr>
          <p:cNvSpPr txBox="1"/>
          <p:nvPr/>
        </p:nvSpPr>
        <p:spPr>
          <a:xfrm>
            <a:off x="3909013" y="1413781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.5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C0E751E8-7C4E-4146-B834-48692C2C7FFD}"/>
              </a:ext>
            </a:extLst>
          </p:cNvPr>
          <p:cNvSpPr txBox="1"/>
          <p:nvPr/>
        </p:nvSpPr>
        <p:spPr>
          <a:xfrm>
            <a:off x="4341061" y="1413781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1.</a:t>
            </a: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4F7C15C8-1DD2-4494-8528-BB9FE83D9D51}"/>
              </a:ext>
            </a:extLst>
          </p:cNvPr>
          <p:cNvSpPr txBox="1"/>
          <p:nvPr/>
        </p:nvSpPr>
        <p:spPr>
          <a:xfrm>
            <a:off x="4656091" y="1413781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1.5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7679C794-5CBA-405F-B27F-425A58C9A5D8}"/>
              </a:ext>
            </a:extLst>
          </p:cNvPr>
          <p:cNvSpPr txBox="1"/>
          <p:nvPr/>
        </p:nvSpPr>
        <p:spPr>
          <a:xfrm>
            <a:off x="5097262" y="1413781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2.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9B8D997C-A1CF-4A29-9EEA-F1A5208B5832}"/>
              </a:ext>
            </a:extLst>
          </p:cNvPr>
          <p:cNvSpPr txBox="1"/>
          <p:nvPr/>
        </p:nvSpPr>
        <p:spPr>
          <a:xfrm>
            <a:off x="5465998" y="1413781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&gt;3</a:t>
            </a: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93A023DE-035F-41BB-A13B-CC5A48C8436F}"/>
              </a:ext>
            </a:extLst>
          </p:cNvPr>
          <p:cNvSpPr txBox="1"/>
          <p:nvPr/>
        </p:nvSpPr>
        <p:spPr>
          <a:xfrm>
            <a:off x="3058551" y="1413781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&lt;.2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679C1387-79C0-4FE0-9058-8E1888447445}"/>
              </a:ext>
            </a:extLst>
          </p:cNvPr>
          <p:cNvSpPr txBox="1"/>
          <p:nvPr/>
        </p:nvSpPr>
        <p:spPr>
          <a:xfrm>
            <a:off x="5853463" y="1444558"/>
            <a:ext cx="5020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land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DC80F8-B02C-4EE7-AE0F-3E0F7F9A81B0}"/>
              </a:ext>
            </a:extLst>
          </p:cNvPr>
          <p:cNvSpPr/>
          <p:nvPr/>
        </p:nvSpPr>
        <p:spPr>
          <a:xfrm>
            <a:off x="1814513" y="3140968"/>
            <a:ext cx="423569" cy="396000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85800"/>
            <a:r>
              <a:rPr lang="fr-FR" sz="13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/>
              </a:rPr>
              <a:t>19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C66F71-8875-46F8-8A60-CB042CEA5E39}"/>
              </a:ext>
            </a:extLst>
          </p:cNvPr>
          <p:cNvSpPr/>
          <p:nvPr/>
        </p:nvSpPr>
        <p:spPr>
          <a:xfrm>
            <a:off x="2239972" y="3140968"/>
            <a:ext cx="423569" cy="396000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85800"/>
            <a:r>
              <a:rPr lang="fr-FR" sz="13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/>
              </a:rPr>
              <a:t>20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1F761E1-AF4A-4FFE-B287-CB0502520D42}"/>
              </a:ext>
            </a:extLst>
          </p:cNvPr>
          <p:cNvSpPr/>
          <p:nvPr/>
        </p:nvSpPr>
        <p:spPr>
          <a:xfrm>
            <a:off x="2665431" y="3140968"/>
            <a:ext cx="423569" cy="396000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85800"/>
            <a:r>
              <a:rPr lang="fr-FR" sz="13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/>
              </a:rPr>
              <a:t>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3EF05A6-1ED4-4267-862E-6A810EBF9BF2}"/>
              </a:ext>
            </a:extLst>
          </p:cNvPr>
          <p:cNvSpPr/>
          <p:nvPr/>
        </p:nvSpPr>
        <p:spPr>
          <a:xfrm>
            <a:off x="3090890" y="3140968"/>
            <a:ext cx="423569" cy="396000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85800"/>
            <a:r>
              <a:rPr lang="fr-FR" sz="13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/>
              </a:rPr>
              <a:t>22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2148DCB-56E3-42A2-AFEA-8CBA7D5EACBB}"/>
              </a:ext>
            </a:extLst>
          </p:cNvPr>
          <p:cNvSpPr/>
          <p:nvPr/>
        </p:nvSpPr>
        <p:spPr>
          <a:xfrm>
            <a:off x="3516349" y="3140968"/>
            <a:ext cx="423569" cy="396000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85800"/>
            <a:r>
              <a:rPr lang="fr-FR" sz="13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/>
              </a:rPr>
              <a:t>23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0A3AB98-EF5F-488E-A53F-DB8AB76500DC}"/>
              </a:ext>
            </a:extLst>
          </p:cNvPr>
          <p:cNvSpPr/>
          <p:nvPr/>
        </p:nvSpPr>
        <p:spPr>
          <a:xfrm>
            <a:off x="3941808" y="3140968"/>
            <a:ext cx="423569" cy="396000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85800"/>
            <a:r>
              <a:rPr lang="fr-FR" sz="13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/>
              </a:rPr>
              <a:t>24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DE5C8C4-C0CA-4FD5-9CCB-310703A08BBD}"/>
              </a:ext>
            </a:extLst>
          </p:cNvPr>
          <p:cNvSpPr/>
          <p:nvPr/>
        </p:nvSpPr>
        <p:spPr>
          <a:xfrm>
            <a:off x="4367267" y="3140968"/>
            <a:ext cx="423569" cy="396000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85800"/>
            <a:r>
              <a:rPr lang="fr-FR" sz="13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/>
              </a:rPr>
              <a:t>25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4921013-DADD-4335-80E0-5BEBC11C2462}"/>
              </a:ext>
            </a:extLst>
          </p:cNvPr>
          <p:cNvSpPr/>
          <p:nvPr/>
        </p:nvSpPr>
        <p:spPr>
          <a:xfrm>
            <a:off x="4792726" y="3140968"/>
            <a:ext cx="423569" cy="396000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85800"/>
            <a:r>
              <a:rPr lang="fr-FR" sz="13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/>
              </a:rPr>
              <a:t>26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6F6895B-92A2-4981-91E9-C6C8341D6B91}"/>
              </a:ext>
            </a:extLst>
          </p:cNvPr>
          <p:cNvSpPr/>
          <p:nvPr/>
        </p:nvSpPr>
        <p:spPr>
          <a:xfrm>
            <a:off x="5218185" y="3140968"/>
            <a:ext cx="423569" cy="396000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85800"/>
            <a:r>
              <a:rPr lang="fr-FR" sz="13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/>
              </a:rPr>
              <a:t>27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1342BAE-F3CF-4C02-8E6D-9A3981E56E44}"/>
              </a:ext>
            </a:extLst>
          </p:cNvPr>
          <p:cNvSpPr/>
          <p:nvPr/>
        </p:nvSpPr>
        <p:spPr>
          <a:xfrm>
            <a:off x="5643644" y="3140968"/>
            <a:ext cx="423569" cy="396000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85800"/>
            <a:r>
              <a:rPr lang="fr-FR" sz="13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/>
              </a:rPr>
              <a:t>28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09D0A8-7AF8-4AAE-9D39-57739BD45F3F}"/>
              </a:ext>
            </a:extLst>
          </p:cNvPr>
          <p:cNvSpPr/>
          <p:nvPr/>
        </p:nvSpPr>
        <p:spPr>
          <a:xfrm>
            <a:off x="6069103" y="3140968"/>
            <a:ext cx="423569" cy="396000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85800"/>
            <a:r>
              <a:rPr lang="fr-FR" sz="13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/>
              </a:rPr>
              <a:t>29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70A2E4D-AC5C-4E21-90B1-884EBD2FD0BA}"/>
              </a:ext>
            </a:extLst>
          </p:cNvPr>
          <p:cNvSpPr/>
          <p:nvPr/>
        </p:nvSpPr>
        <p:spPr>
          <a:xfrm>
            <a:off x="6494567" y="3140968"/>
            <a:ext cx="423569" cy="396000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85800"/>
            <a:r>
              <a:rPr lang="fr-FR" sz="13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/>
              </a:rPr>
              <a:t>30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13A49C4-2EB0-4B9D-BA5C-D62F310EEB8B}"/>
              </a:ext>
            </a:extLst>
          </p:cNvPr>
          <p:cNvSpPr/>
          <p:nvPr/>
        </p:nvSpPr>
        <p:spPr>
          <a:xfrm>
            <a:off x="7028751" y="3153829"/>
            <a:ext cx="423569" cy="396000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85800"/>
            <a:r>
              <a:rPr lang="fr-FR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/>
              </a:rPr>
              <a:t>land</a:t>
            </a:r>
          </a:p>
        </p:txBody>
      </p:sp>
      <p:pic>
        <p:nvPicPr>
          <p:cNvPr id="44" name="Image 43">
            <a:extLst>
              <a:ext uri="{FF2B5EF4-FFF2-40B4-BE49-F238E27FC236}">
                <a16:creationId xmlns:a16="http://schemas.microsoft.com/office/drawing/2014/main" id="{6AF52CA8-5FDC-4E5B-8187-611351F692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4365104"/>
            <a:ext cx="7584081" cy="847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1114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/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316"/>
            <a:ext cx="9144000" cy="661736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02958" y="126177"/>
            <a:ext cx="716206" cy="773936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956" y="110791"/>
            <a:ext cx="788210" cy="86041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510485" y="138113"/>
            <a:ext cx="716206" cy="722981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Rectangle 34"/>
          <p:cNvSpPr/>
          <p:nvPr/>
        </p:nvSpPr>
        <p:spPr>
          <a:xfrm>
            <a:off x="6948263" y="5949281"/>
            <a:ext cx="1593651" cy="3600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89300997-9F17-4992-BB0D-FDAFD1F1C6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8519" y="89436"/>
            <a:ext cx="5999905" cy="670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2805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/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316"/>
            <a:ext cx="9144000" cy="661736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02958" y="126177"/>
            <a:ext cx="716206" cy="773936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956" y="110791"/>
            <a:ext cx="788210" cy="86041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510485" y="138113"/>
            <a:ext cx="716206" cy="722981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4" name="Image 3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5260" y="143807"/>
            <a:ext cx="5346655" cy="871804"/>
          </a:xfrm>
          <a:prstGeom prst="rect">
            <a:avLst/>
          </a:prstGeom>
        </p:spPr>
      </p:pic>
      <p:sp>
        <p:nvSpPr>
          <p:cNvPr id="35" name="Rectangle 34"/>
          <p:cNvSpPr/>
          <p:nvPr/>
        </p:nvSpPr>
        <p:spPr>
          <a:xfrm>
            <a:off x="6948263" y="5949281"/>
            <a:ext cx="1593651" cy="3600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52806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3187915" y="1116746"/>
            <a:ext cx="288032" cy="288032"/>
          </a:xfrm>
          <a:prstGeom prst="rect">
            <a:avLst/>
          </a:prstGeom>
          <a:solidFill>
            <a:srgbClr val="000AF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/>
          <p:cNvSpPr/>
          <p:nvPr/>
        </p:nvSpPr>
        <p:spPr>
          <a:xfrm>
            <a:off x="3578670" y="1116746"/>
            <a:ext cx="288032" cy="288032"/>
          </a:xfrm>
          <a:prstGeom prst="rect">
            <a:avLst/>
          </a:prstGeom>
          <a:solidFill>
            <a:srgbClr val="00AF5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3969425" y="1116746"/>
            <a:ext cx="288032" cy="288032"/>
          </a:xfrm>
          <a:prstGeom prst="rect">
            <a:avLst/>
          </a:prstGeom>
          <a:solidFill>
            <a:srgbClr val="3E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4360180" y="1116746"/>
            <a:ext cx="288032" cy="288032"/>
          </a:xfrm>
          <a:prstGeom prst="rect">
            <a:avLst/>
          </a:prstGeom>
          <a:solidFill>
            <a:srgbClr val="FFFB0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/>
          <p:cNvSpPr/>
          <p:nvPr/>
        </p:nvSpPr>
        <p:spPr>
          <a:xfrm>
            <a:off x="4750935" y="1116746"/>
            <a:ext cx="288032" cy="288032"/>
          </a:xfrm>
          <a:prstGeom prst="rect">
            <a:avLst/>
          </a:prstGeom>
          <a:solidFill>
            <a:srgbClr val="FFA8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/>
          <p:cNvSpPr/>
          <p:nvPr/>
        </p:nvSpPr>
        <p:spPr>
          <a:xfrm>
            <a:off x="5141690" y="1116746"/>
            <a:ext cx="288032" cy="288032"/>
          </a:xfrm>
          <a:prstGeom prst="rect">
            <a:avLst/>
          </a:prstGeom>
          <a:solidFill>
            <a:srgbClr val="FF6D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/>
          <p:cNvSpPr/>
          <p:nvPr/>
        </p:nvSpPr>
        <p:spPr>
          <a:xfrm>
            <a:off x="5532445" y="1116746"/>
            <a:ext cx="288032" cy="288032"/>
          </a:xfrm>
          <a:prstGeom prst="rect">
            <a:avLst/>
          </a:prstGeom>
          <a:solidFill>
            <a:srgbClr val="FE11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/>
          <p:cNvSpPr/>
          <p:nvPr/>
        </p:nvSpPr>
        <p:spPr>
          <a:xfrm>
            <a:off x="5923197" y="1116746"/>
            <a:ext cx="288032" cy="28803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/>
          <p:cNvSpPr/>
          <p:nvPr/>
        </p:nvSpPr>
        <p:spPr>
          <a:xfrm>
            <a:off x="5364088" y="3346103"/>
            <a:ext cx="6514707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else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6A3E3E"/>
                </a:solidFill>
                <a:latin typeface="Consolas" panose="020B0609020204030204" pitchFamily="49" charset="0"/>
              </a:rPr>
              <a:t>value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&gt; 0 &amp;&amp; </a:t>
            </a:r>
            <a:r>
              <a:rPr lang="en-US" dirty="0">
                <a:solidFill>
                  <a:srgbClr val="6A3E3E"/>
                </a:solidFill>
                <a:latin typeface="Consolas" panose="020B0609020204030204" pitchFamily="49" charset="0"/>
              </a:rPr>
              <a:t>value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&lt;= 0.2) </a:t>
            </a:r>
            <a:r>
              <a:rPr lang="en-US" dirty="0">
                <a:solidFill>
                  <a:srgbClr val="6A3E3E"/>
                </a:solidFill>
                <a:latin typeface="Consolas" panose="020B0609020204030204" pitchFamily="49" charset="0"/>
              </a:rPr>
              <a:t>value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</a:p>
          <a:p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else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6A3E3E"/>
                </a:solidFill>
                <a:latin typeface="Consolas" panose="020B0609020204030204" pitchFamily="49" charset="0"/>
              </a:rPr>
              <a:t>value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&gt; 0.2 &amp;&amp; </a:t>
            </a:r>
            <a:r>
              <a:rPr lang="en-US" dirty="0">
                <a:solidFill>
                  <a:srgbClr val="6A3E3E"/>
                </a:solidFill>
                <a:latin typeface="Consolas" panose="020B0609020204030204" pitchFamily="49" charset="0"/>
              </a:rPr>
              <a:t>value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&lt;= 0.5) </a:t>
            </a:r>
            <a:r>
              <a:rPr lang="en-US" dirty="0">
                <a:solidFill>
                  <a:srgbClr val="6A3E3E"/>
                </a:solidFill>
                <a:latin typeface="Consolas" panose="020B0609020204030204" pitchFamily="49" charset="0"/>
              </a:rPr>
              <a:t>value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2;</a:t>
            </a:r>
          </a:p>
          <a:p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else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6A3E3E"/>
                </a:solidFill>
                <a:latin typeface="Consolas" panose="020B0609020204030204" pitchFamily="49" charset="0"/>
              </a:rPr>
              <a:t>value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&gt; 0.5 &amp;&amp; </a:t>
            </a:r>
            <a:r>
              <a:rPr lang="en-US" dirty="0">
                <a:solidFill>
                  <a:srgbClr val="6A3E3E"/>
                </a:solidFill>
                <a:latin typeface="Consolas" panose="020B0609020204030204" pitchFamily="49" charset="0"/>
              </a:rPr>
              <a:t>value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&lt;= 1) </a:t>
            </a:r>
            <a:r>
              <a:rPr lang="en-US" dirty="0">
                <a:solidFill>
                  <a:srgbClr val="6A3E3E"/>
                </a:solidFill>
                <a:latin typeface="Consolas" panose="020B0609020204030204" pitchFamily="49" charset="0"/>
              </a:rPr>
              <a:t>value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3;</a:t>
            </a:r>
          </a:p>
          <a:p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else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6A3E3E"/>
                </a:solidFill>
                <a:latin typeface="Consolas" panose="020B0609020204030204" pitchFamily="49" charset="0"/>
              </a:rPr>
              <a:t>value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&gt; 1 &amp;&amp; </a:t>
            </a:r>
            <a:r>
              <a:rPr lang="en-US" dirty="0">
                <a:solidFill>
                  <a:srgbClr val="6A3E3E"/>
                </a:solidFill>
                <a:latin typeface="Consolas" panose="020B0609020204030204" pitchFamily="49" charset="0"/>
              </a:rPr>
              <a:t>value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&lt;= 1.5) </a:t>
            </a:r>
            <a:r>
              <a:rPr lang="en-US" dirty="0">
                <a:solidFill>
                  <a:srgbClr val="6A3E3E"/>
                </a:solidFill>
                <a:latin typeface="Consolas" panose="020B0609020204030204" pitchFamily="49" charset="0"/>
              </a:rPr>
              <a:t>value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4;</a:t>
            </a:r>
          </a:p>
          <a:p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else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6A3E3E"/>
                </a:solidFill>
                <a:latin typeface="Consolas" panose="020B0609020204030204" pitchFamily="49" charset="0"/>
              </a:rPr>
              <a:t>value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&gt; 1.5 &amp;&amp; </a:t>
            </a:r>
            <a:r>
              <a:rPr lang="en-US" dirty="0">
                <a:solidFill>
                  <a:srgbClr val="6A3E3E"/>
                </a:solidFill>
                <a:latin typeface="Consolas" panose="020B0609020204030204" pitchFamily="49" charset="0"/>
              </a:rPr>
              <a:t>value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&lt;= 2) </a:t>
            </a:r>
            <a:r>
              <a:rPr lang="en-US" dirty="0">
                <a:solidFill>
                  <a:srgbClr val="6A3E3E"/>
                </a:solidFill>
                <a:latin typeface="Consolas" panose="020B0609020204030204" pitchFamily="49" charset="0"/>
              </a:rPr>
              <a:t>value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5;</a:t>
            </a:r>
          </a:p>
          <a:p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else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6A3E3E"/>
                </a:solidFill>
                <a:latin typeface="Consolas" panose="020B0609020204030204" pitchFamily="49" charset="0"/>
              </a:rPr>
              <a:t>value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&gt; 2 &amp;&amp; </a:t>
            </a:r>
            <a:r>
              <a:rPr lang="en-US" dirty="0">
                <a:solidFill>
                  <a:srgbClr val="6A3E3E"/>
                </a:solidFill>
                <a:latin typeface="Consolas" panose="020B0609020204030204" pitchFamily="49" charset="0"/>
              </a:rPr>
              <a:t>value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&lt;= 3) </a:t>
            </a:r>
            <a:r>
              <a:rPr lang="en-US" dirty="0">
                <a:solidFill>
                  <a:srgbClr val="6A3E3E"/>
                </a:solidFill>
                <a:latin typeface="Consolas" panose="020B0609020204030204" pitchFamily="49" charset="0"/>
              </a:rPr>
              <a:t>value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6;</a:t>
            </a:r>
          </a:p>
        </p:txBody>
      </p:sp>
      <p:sp>
        <p:nvSpPr>
          <p:cNvPr id="15" name="ZoneTexte 14"/>
          <p:cNvSpPr txBox="1"/>
          <p:nvPr/>
        </p:nvSpPr>
        <p:spPr>
          <a:xfrm>
            <a:off x="1115616" y="1052736"/>
            <a:ext cx="20209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 err="1">
                <a:latin typeface="Abadi MT Condensed Light" panose="020B0306030101010103" pitchFamily="34" charset="0"/>
              </a:rPr>
              <a:t>Micronekton</a:t>
            </a:r>
            <a:r>
              <a:rPr lang="fr-FR" sz="2400" b="1" dirty="0">
                <a:latin typeface="Abadi MT Condensed Light" panose="020B0306030101010103" pitchFamily="34" charset="0"/>
              </a:rPr>
              <a:t> g/m</a:t>
            </a:r>
            <a:r>
              <a:rPr lang="fr-FR" sz="2400" b="1" baseline="30000" dirty="0">
                <a:latin typeface="Abadi MT Condensed Light" panose="020B0306030101010103" pitchFamily="34" charset="0"/>
              </a:rPr>
              <a:t>2</a:t>
            </a:r>
          </a:p>
        </p:txBody>
      </p:sp>
      <p:sp>
        <p:nvSpPr>
          <p:cNvPr id="16" name="ZoneTexte 15"/>
          <p:cNvSpPr txBox="1"/>
          <p:nvPr/>
        </p:nvSpPr>
        <p:spPr>
          <a:xfrm>
            <a:off x="3548973" y="1413781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.2</a:t>
            </a:r>
          </a:p>
        </p:txBody>
      </p:sp>
      <p:sp>
        <p:nvSpPr>
          <p:cNvPr id="17" name="ZoneTexte 16"/>
          <p:cNvSpPr txBox="1"/>
          <p:nvPr/>
        </p:nvSpPr>
        <p:spPr>
          <a:xfrm>
            <a:off x="3909013" y="1413781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.5</a:t>
            </a:r>
          </a:p>
        </p:txBody>
      </p:sp>
      <p:sp>
        <p:nvSpPr>
          <p:cNvPr id="18" name="ZoneTexte 17"/>
          <p:cNvSpPr txBox="1"/>
          <p:nvPr/>
        </p:nvSpPr>
        <p:spPr>
          <a:xfrm>
            <a:off x="4341061" y="1413781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1.</a:t>
            </a:r>
          </a:p>
        </p:txBody>
      </p:sp>
      <p:sp>
        <p:nvSpPr>
          <p:cNvPr id="19" name="ZoneTexte 18"/>
          <p:cNvSpPr txBox="1"/>
          <p:nvPr/>
        </p:nvSpPr>
        <p:spPr>
          <a:xfrm>
            <a:off x="4656091" y="1413781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1.5</a:t>
            </a:r>
          </a:p>
        </p:txBody>
      </p:sp>
      <p:sp>
        <p:nvSpPr>
          <p:cNvPr id="21" name="ZoneTexte 20"/>
          <p:cNvSpPr txBox="1"/>
          <p:nvPr/>
        </p:nvSpPr>
        <p:spPr>
          <a:xfrm>
            <a:off x="5097262" y="1413781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2.</a:t>
            </a:r>
          </a:p>
        </p:txBody>
      </p:sp>
      <p:sp>
        <p:nvSpPr>
          <p:cNvPr id="22" name="ZoneTexte 21"/>
          <p:cNvSpPr txBox="1"/>
          <p:nvPr/>
        </p:nvSpPr>
        <p:spPr>
          <a:xfrm>
            <a:off x="5465998" y="1413781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&gt;3</a:t>
            </a:r>
          </a:p>
        </p:txBody>
      </p:sp>
      <p:sp>
        <p:nvSpPr>
          <p:cNvPr id="23" name="ZoneTexte 22"/>
          <p:cNvSpPr txBox="1"/>
          <p:nvPr/>
        </p:nvSpPr>
        <p:spPr>
          <a:xfrm>
            <a:off x="3058551" y="1413781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&lt;.2</a:t>
            </a:r>
          </a:p>
        </p:txBody>
      </p:sp>
      <p:sp>
        <p:nvSpPr>
          <p:cNvPr id="24" name="ZoneTexte 23"/>
          <p:cNvSpPr txBox="1"/>
          <p:nvPr/>
        </p:nvSpPr>
        <p:spPr>
          <a:xfrm>
            <a:off x="5853463" y="1444558"/>
            <a:ext cx="5020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land</a:t>
            </a:r>
          </a:p>
        </p:txBody>
      </p:sp>
    </p:spTree>
    <p:extLst>
      <p:ext uri="{BB962C8B-B14F-4D97-AF65-F5344CB8AC3E}">
        <p14:creationId xmlns:p14="http://schemas.microsoft.com/office/powerpoint/2010/main" val="102102551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924</TotalTime>
  <Words>148</Words>
  <Application>Microsoft Office PowerPoint</Application>
  <PresentationFormat>Affichage à l'écran (4:3)</PresentationFormat>
  <Paragraphs>39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0" baseType="lpstr">
      <vt:lpstr>Abadi MT Condensed Light</vt:lpstr>
      <vt:lpstr>Arial</vt:lpstr>
      <vt:lpstr>Calibri</vt:lpstr>
      <vt:lpstr>Consolas</vt:lpstr>
      <vt:lpstr>Thème Office</vt:lpstr>
      <vt:lpstr>Présentation PowerPoint</vt:lpstr>
      <vt:lpstr>Gamme de couleurs pour température 04.05.2026</vt:lpstr>
      <vt:lpstr>Présentation PowerPoint</vt:lpstr>
      <vt:lpstr>Présentation PowerPoint</vt:lpstr>
      <vt:lpstr>Présentation PowerPoint</vt:lpstr>
    </vt:vector>
  </TitlesOfParts>
  <Company>HP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Jean Le Fur</dc:creator>
  <cp:lastModifiedBy>Jean LE FUR</cp:lastModifiedBy>
  <cp:revision>53</cp:revision>
  <cp:lastPrinted>2018-05-25T08:02:30Z</cp:lastPrinted>
  <dcterms:created xsi:type="dcterms:W3CDTF">2018-05-17T14:41:08Z</dcterms:created>
  <dcterms:modified xsi:type="dcterms:W3CDTF">2026-05-11T02:25:13Z</dcterms:modified>
</cp:coreProperties>
</file>