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9"/>
  </p:handoutMasterIdLst>
  <p:sldIdLst>
    <p:sldId id="263" r:id="rId2"/>
    <p:sldId id="265" r:id="rId3"/>
    <p:sldId id="266" r:id="rId4"/>
    <p:sldId id="256" r:id="rId5"/>
    <p:sldId id="264" r:id="rId6"/>
    <p:sldId id="261" r:id="rId7"/>
    <p:sldId id="262" r:id="rId8"/>
  </p:sldIdLst>
  <p:sldSz cx="9144000" cy="6858000" type="screen4x3"/>
  <p:notesSz cx="6794500" cy="9906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CCCCCC"/>
    <a:srgbClr val="E6E6E6"/>
    <a:srgbClr val="55EE00"/>
    <a:srgbClr val="4A7EBB"/>
    <a:srgbClr val="7FF700"/>
    <a:srgbClr val="A8FF02"/>
    <a:srgbClr val="C1FE00"/>
    <a:srgbClr val="FE1100"/>
    <a:srgbClr val="FF6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39" autoAdjust="0"/>
    <p:restoredTop sz="94660"/>
  </p:normalViewPr>
  <p:slideViewPr>
    <p:cSldViewPr>
      <p:cViewPr varScale="1">
        <p:scale>
          <a:sx n="135" d="100"/>
          <a:sy n="135" d="100"/>
        </p:scale>
        <p:origin x="1080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48645" y="0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428B70-92E3-48E1-BE49-F8A05A0EC16C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08981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48645" y="9408981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E9A9A0-95DF-49DA-82D8-2B19D3FAF1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085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5206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5481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2292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331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9374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062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1574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3004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0333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5527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4905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1F5DE-F893-487E-8A46-2A5279405891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369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4154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EBC35EC4-B393-43D6-AD32-C293DD5DB6E7}"/>
              </a:ext>
            </a:extLst>
          </p:cNvPr>
          <p:cNvSpPr/>
          <p:nvPr/>
        </p:nvSpPr>
        <p:spPr>
          <a:xfrm>
            <a:off x="295807" y="3050952"/>
            <a:ext cx="6292417" cy="97865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7C994DD6-E4DA-4A3B-86CF-90DD1932C259}"/>
              </a:ext>
            </a:extLst>
          </p:cNvPr>
          <p:cNvGrpSpPr/>
          <p:nvPr/>
        </p:nvGrpSpPr>
        <p:grpSpPr>
          <a:xfrm>
            <a:off x="1597175" y="3573016"/>
            <a:ext cx="4631009" cy="389162"/>
            <a:chOff x="1597175" y="3615902"/>
            <a:chExt cx="4631009" cy="389162"/>
          </a:xfrm>
        </p:grpSpPr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2F9F0777-7B08-40E3-96F9-14951B77FB63}"/>
                </a:ext>
              </a:extLst>
            </p:cNvPr>
            <p:cNvSpPr txBox="1"/>
            <p:nvPr/>
          </p:nvSpPr>
          <p:spPr>
            <a:xfrm>
              <a:off x="2017444" y="3681899"/>
              <a:ext cx="428322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500" dirty="0">
                  <a:solidFill>
                    <a:srgbClr val="4A7EBB"/>
                  </a:solidFill>
                </a:rPr>
                <a:t>,08</a:t>
              </a:r>
            </a:p>
          </p:txBody>
        </p:sp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183026A1-7993-43CC-AC62-AFE9B0A21048}"/>
                </a:ext>
              </a:extLst>
            </p:cNvPr>
            <p:cNvSpPr txBox="1"/>
            <p:nvPr/>
          </p:nvSpPr>
          <p:spPr>
            <a:xfrm>
              <a:off x="2437713" y="3681899"/>
              <a:ext cx="428322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500" dirty="0">
                  <a:solidFill>
                    <a:srgbClr val="4A7EBB"/>
                  </a:solidFill>
                </a:rPr>
                <a:t>,11</a:t>
              </a:r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FE353274-54AA-47E6-94BE-BBDED9241F16}"/>
                </a:ext>
              </a:extLst>
            </p:cNvPr>
            <p:cNvSpPr txBox="1"/>
            <p:nvPr/>
          </p:nvSpPr>
          <p:spPr>
            <a:xfrm>
              <a:off x="2857982" y="3681899"/>
              <a:ext cx="428322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500" dirty="0">
                  <a:solidFill>
                    <a:srgbClr val="4A7EBB"/>
                  </a:solidFill>
                </a:rPr>
                <a:t>,18</a:t>
              </a:r>
            </a:p>
          </p:txBody>
        </p:sp>
        <p:sp>
          <p:nvSpPr>
            <p:cNvPr id="48" name="ZoneTexte 47">
              <a:extLst>
                <a:ext uri="{FF2B5EF4-FFF2-40B4-BE49-F238E27FC236}">
                  <a16:creationId xmlns:a16="http://schemas.microsoft.com/office/drawing/2014/main" id="{65A65B68-DF53-4808-A726-C080F1351753}"/>
                </a:ext>
              </a:extLst>
            </p:cNvPr>
            <p:cNvSpPr txBox="1"/>
            <p:nvPr/>
          </p:nvSpPr>
          <p:spPr>
            <a:xfrm>
              <a:off x="3278251" y="3681899"/>
              <a:ext cx="428322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500" dirty="0">
                  <a:solidFill>
                    <a:srgbClr val="4A7EBB"/>
                  </a:solidFill>
                </a:rPr>
                <a:t>,21</a:t>
              </a:r>
            </a:p>
          </p:txBody>
        </p:sp>
        <p:sp>
          <p:nvSpPr>
            <p:cNvPr id="49" name="ZoneTexte 48">
              <a:extLst>
                <a:ext uri="{FF2B5EF4-FFF2-40B4-BE49-F238E27FC236}">
                  <a16:creationId xmlns:a16="http://schemas.microsoft.com/office/drawing/2014/main" id="{8E994C1F-4412-4A2B-A37E-38FF31D3B350}"/>
                </a:ext>
              </a:extLst>
            </p:cNvPr>
            <p:cNvSpPr txBox="1"/>
            <p:nvPr/>
          </p:nvSpPr>
          <p:spPr>
            <a:xfrm>
              <a:off x="3698520" y="3681899"/>
              <a:ext cx="428322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500" dirty="0">
                  <a:solidFill>
                    <a:srgbClr val="4A7EBB"/>
                  </a:solidFill>
                </a:rPr>
                <a:t>,24</a:t>
              </a:r>
            </a:p>
          </p:txBody>
        </p: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D3B9CE1F-B53D-4678-8A1F-7F3FB871FD14}"/>
                </a:ext>
              </a:extLst>
            </p:cNvPr>
            <p:cNvSpPr txBox="1"/>
            <p:nvPr/>
          </p:nvSpPr>
          <p:spPr>
            <a:xfrm>
              <a:off x="4118789" y="3681899"/>
              <a:ext cx="428322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500" dirty="0">
                  <a:solidFill>
                    <a:srgbClr val="4A7EBB"/>
                  </a:solidFill>
                </a:rPr>
                <a:t>,28</a:t>
              </a:r>
            </a:p>
          </p:txBody>
        </p:sp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E5DFC3E9-EA7C-478F-AB60-77F6C556F80D}"/>
                </a:ext>
              </a:extLst>
            </p:cNvPr>
            <p:cNvSpPr txBox="1"/>
            <p:nvPr/>
          </p:nvSpPr>
          <p:spPr>
            <a:xfrm>
              <a:off x="1597175" y="3681899"/>
              <a:ext cx="428322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500" dirty="0">
                  <a:solidFill>
                    <a:srgbClr val="4A7EBB"/>
                  </a:solidFill>
                </a:rPr>
                <a:t>,05</a:t>
              </a:r>
            </a:p>
          </p:txBody>
        </p:sp>
        <p:sp>
          <p:nvSpPr>
            <p:cNvPr id="52" name="ZoneTexte 51">
              <a:extLst>
                <a:ext uri="{FF2B5EF4-FFF2-40B4-BE49-F238E27FC236}">
                  <a16:creationId xmlns:a16="http://schemas.microsoft.com/office/drawing/2014/main" id="{484EC821-13B4-4D9B-AC32-8940625089C8}"/>
                </a:ext>
              </a:extLst>
            </p:cNvPr>
            <p:cNvSpPr txBox="1"/>
            <p:nvPr/>
          </p:nvSpPr>
          <p:spPr>
            <a:xfrm>
              <a:off x="4539058" y="3681899"/>
              <a:ext cx="428322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500" dirty="0">
                  <a:solidFill>
                    <a:srgbClr val="4A7EBB"/>
                  </a:solidFill>
                </a:rPr>
                <a:t>,31</a:t>
              </a:r>
            </a:p>
          </p:txBody>
        </p:sp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0D13C1F2-A321-44B3-BE3A-EA6B9A5029AA}"/>
                </a:ext>
              </a:extLst>
            </p:cNvPr>
            <p:cNvSpPr txBox="1"/>
            <p:nvPr/>
          </p:nvSpPr>
          <p:spPr>
            <a:xfrm>
              <a:off x="4959327" y="3681899"/>
              <a:ext cx="428322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500" dirty="0">
                  <a:solidFill>
                    <a:srgbClr val="4A7EBB"/>
                  </a:solidFill>
                </a:rPr>
                <a:t>,34</a:t>
              </a:r>
            </a:p>
          </p:txBody>
        </p:sp>
        <p:sp>
          <p:nvSpPr>
            <p:cNvPr id="54" name="ZoneTexte 53">
              <a:extLst>
                <a:ext uri="{FF2B5EF4-FFF2-40B4-BE49-F238E27FC236}">
                  <a16:creationId xmlns:a16="http://schemas.microsoft.com/office/drawing/2014/main" id="{61DDB872-EA7E-4A82-BD63-F56B7F62B76A}"/>
                </a:ext>
              </a:extLst>
            </p:cNvPr>
            <p:cNvSpPr txBox="1"/>
            <p:nvPr/>
          </p:nvSpPr>
          <p:spPr>
            <a:xfrm>
              <a:off x="5379596" y="3681899"/>
              <a:ext cx="428322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500" dirty="0">
                  <a:solidFill>
                    <a:srgbClr val="4A7EBB"/>
                  </a:solidFill>
                </a:rPr>
                <a:t>,37</a:t>
              </a:r>
            </a:p>
          </p:txBody>
        </p:sp>
        <p:sp>
          <p:nvSpPr>
            <p:cNvPr id="67" name="ZoneTexte 66">
              <a:extLst>
                <a:ext uri="{FF2B5EF4-FFF2-40B4-BE49-F238E27FC236}">
                  <a16:creationId xmlns:a16="http://schemas.microsoft.com/office/drawing/2014/main" id="{AA337086-E13C-4836-BD7F-5FEEF33840EE}"/>
                </a:ext>
              </a:extLst>
            </p:cNvPr>
            <p:cNvSpPr txBox="1"/>
            <p:nvPr/>
          </p:nvSpPr>
          <p:spPr>
            <a:xfrm>
              <a:off x="5799862" y="3681899"/>
              <a:ext cx="428322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500" dirty="0">
                  <a:solidFill>
                    <a:srgbClr val="4A7EBB"/>
                  </a:solidFill>
                </a:rPr>
                <a:t>,40</a:t>
              </a:r>
            </a:p>
          </p:txBody>
        </p:sp>
        <p:grpSp>
          <p:nvGrpSpPr>
            <p:cNvPr id="69" name="Groupe 68">
              <a:extLst>
                <a:ext uri="{FF2B5EF4-FFF2-40B4-BE49-F238E27FC236}">
                  <a16:creationId xmlns:a16="http://schemas.microsoft.com/office/drawing/2014/main" id="{A6BD30FF-EE49-4151-A48B-304901E9DF18}"/>
                </a:ext>
              </a:extLst>
            </p:cNvPr>
            <p:cNvGrpSpPr/>
            <p:nvPr/>
          </p:nvGrpSpPr>
          <p:grpSpPr>
            <a:xfrm>
              <a:off x="1815150" y="3615902"/>
              <a:ext cx="4249968" cy="126000"/>
              <a:chOff x="1815150" y="3543894"/>
              <a:chExt cx="4249968" cy="126000"/>
            </a:xfrm>
          </p:grpSpPr>
          <p:cxnSp>
            <p:nvCxnSpPr>
              <p:cNvPr id="22" name="Connecteur droit avec flèche 21">
                <a:extLst>
                  <a:ext uri="{FF2B5EF4-FFF2-40B4-BE49-F238E27FC236}">
                    <a16:creationId xmlns:a16="http://schemas.microsoft.com/office/drawing/2014/main" id="{72415A27-D006-463B-9231-C478339D1D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15150" y="3543894"/>
                <a:ext cx="0" cy="126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Connecteur droit avec flèche 57">
                <a:extLst>
                  <a:ext uri="{FF2B5EF4-FFF2-40B4-BE49-F238E27FC236}">
                    <a16:creationId xmlns:a16="http://schemas.microsoft.com/office/drawing/2014/main" id="{E7E6FD5A-74B8-4737-B27C-6E9983E01A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40147" y="3543894"/>
                <a:ext cx="0" cy="126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Connecteur droit avec flèche 58">
                <a:extLst>
                  <a:ext uri="{FF2B5EF4-FFF2-40B4-BE49-F238E27FC236}">
                    <a16:creationId xmlns:a16="http://schemas.microsoft.com/office/drawing/2014/main" id="{D00E4620-71B1-4C58-BD7B-36E71F4B72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65144" y="3543894"/>
                <a:ext cx="0" cy="126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Connecteur droit avec flèche 59">
                <a:extLst>
                  <a:ext uri="{FF2B5EF4-FFF2-40B4-BE49-F238E27FC236}">
                    <a16:creationId xmlns:a16="http://schemas.microsoft.com/office/drawing/2014/main" id="{9F9B0E96-9DFF-45B5-B54C-3964D8239A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90141" y="3543894"/>
                <a:ext cx="0" cy="126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Connecteur droit avec flèche 60">
                <a:extLst>
                  <a:ext uri="{FF2B5EF4-FFF2-40B4-BE49-F238E27FC236}">
                    <a16:creationId xmlns:a16="http://schemas.microsoft.com/office/drawing/2014/main" id="{118D8905-683E-4026-895C-E917ED894F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15138" y="3543894"/>
                <a:ext cx="0" cy="126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Connecteur droit avec flèche 61">
                <a:extLst>
                  <a:ext uri="{FF2B5EF4-FFF2-40B4-BE49-F238E27FC236}">
                    <a16:creationId xmlns:a16="http://schemas.microsoft.com/office/drawing/2014/main" id="{CE8D57A1-A1C3-4382-BD6D-EEC3F57705A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40135" y="3543894"/>
                <a:ext cx="0" cy="126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Connecteur droit avec flèche 62">
                <a:extLst>
                  <a:ext uri="{FF2B5EF4-FFF2-40B4-BE49-F238E27FC236}">
                    <a16:creationId xmlns:a16="http://schemas.microsoft.com/office/drawing/2014/main" id="{D1714737-F0F1-4675-AEDD-7F1C9F1F8D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65132" y="3543894"/>
                <a:ext cx="0" cy="126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Connecteur droit avec flèche 63">
                <a:extLst>
                  <a:ext uri="{FF2B5EF4-FFF2-40B4-BE49-F238E27FC236}">
                    <a16:creationId xmlns:a16="http://schemas.microsoft.com/office/drawing/2014/main" id="{13A2C10C-8B4E-4FCE-A1DE-D015AD3CDA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90129" y="3543894"/>
                <a:ext cx="0" cy="126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Connecteur droit avec flèche 64">
                <a:extLst>
                  <a:ext uri="{FF2B5EF4-FFF2-40B4-BE49-F238E27FC236}">
                    <a16:creationId xmlns:a16="http://schemas.microsoft.com/office/drawing/2014/main" id="{D9D990ED-7427-4DCE-9A61-1E2DCE5A3E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40123" y="3543894"/>
                <a:ext cx="0" cy="126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Connecteur droit avec flèche 65">
                <a:extLst>
                  <a:ext uri="{FF2B5EF4-FFF2-40B4-BE49-F238E27FC236}">
                    <a16:creationId xmlns:a16="http://schemas.microsoft.com/office/drawing/2014/main" id="{C84673C5-4FBC-46DE-89D3-1B19B9070EE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5126" y="3543894"/>
                <a:ext cx="0" cy="126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Connecteur droit avec flèche 67">
                <a:extLst>
                  <a:ext uri="{FF2B5EF4-FFF2-40B4-BE49-F238E27FC236}">
                    <a16:creationId xmlns:a16="http://schemas.microsoft.com/office/drawing/2014/main" id="{00448FDC-7ECF-4047-9817-F7043D43C2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65118" y="3543894"/>
                <a:ext cx="0" cy="126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0" name="Image 19">
            <a:extLst>
              <a:ext uri="{FF2B5EF4-FFF2-40B4-BE49-F238E27FC236}">
                <a16:creationId xmlns:a16="http://schemas.microsoft.com/office/drawing/2014/main" id="{58BE49E3-7292-4145-AFD2-1E43F3DD9E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r="16649"/>
          <a:stretch/>
        </p:blipFill>
        <p:spPr>
          <a:xfrm>
            <a:off x="1813980" y="3140968"/>
            <a:ext cx="4253233" cy="39627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059E6FA-5ED7-4859-9321-2086931B3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Gamme de couleurs pour chlorophylle</a:t>
            </a:r>
            <a:br>
              <a:rPr lang="fr-FR" dirty="0"/>
            </a:br>
            <a:r>
              <a:rPr lang="fr-FR" dirty="0"/>
              <a:t>04.05.2026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80B77EA-ECCE-4809-86D7-2D88840298AB}"/>
              </a:ext>
            </a:extLst>
          </p:cNvPr>
          <p:cNvSpPr/>
          <p:nvPr/>
        </p:nvSpPr>
        <p:spPr>
          <a:xfrm>
            <a:off x="5680266" y="2232911"/>
            <a:ext cx="288032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0753EE-E706-4737-9865-F37076117640}"/>
              </a:ext>
            </a:extLst>
          </p:cNvPr>
          <p:cNvSpPr/>
          <p:nvPr/>
        </p:nvSpPr>
        <p:spPr>
          <a:xfrm>
            <a:off x="2944984" y="2232911"/>
            <a:ext cx="288032" cy="288032"/>
          </a:xfrm>
          <a:prstGeom prst="rect">
            <a:avLst/>
          </a:prstGeom>
          <a:solidFill>
            <a:srgbClr val="000AF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CE9E63-D487-494F-AC48-866655A1006B}"/>
              </a:ext>
            </a:extLst>
          </p:cNvPr>
          <p:cNvSpPr/>
          <p:nvPr/>
        </p:nvSpPr>
        <p:spPr>
          <a:xfrm>
            <a:off x="3335739" y="2232911"/>
            <a:ext cx="288032" cy="288032"/>
          </a:xfrm>
          <a:prstGeom prst="rect">
            <a:avLst/>
          </a:prstGeom>
          <a:solidFill>
            <a:srgbClr val="00AF5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F496D8-523A-4FD4-90CA-E86BE8A49548}"/>
              </a:ext>
            </a:extLst>
          </p:cNvPr>
          <p:cNvSpPr/>
          <p:nvPr/>
        </p:nvSpPr>
        <p:spPr>
          <a:xfrm>
            <a:off x="3726494" y="2232911"/>
            <a:ext cx="288032" cy="288032"/>
          </a:xfrm>
          <a:prstGeom prst="rect">
            <a:avLst/>
          </a:prstGeom>
          <a:solidFill>
            <a:srgbClr val="3E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D0E25C1-D1F4-4F0F-994E-8D7869F9ACF5}"/>
              </a:ext>
            </a:extLst>
          </p:cNvPr>
          <p:cNvSpPr/>
          <p:nvPr/>
        </p:nvSpPr>
        <p:spPr>
          <a:xfrm>
            <a:off x="4117249" y="2232911"/>
            <a:ext cx="288032" cy="288032"/>
          </a:xfrm>
          <a:prstGeom prst="rect">
            <a:avLst/>
          </a:prstGeom>
          <a:solidFill>
            <a:srgbClr val="FFFB0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18501A-D9F4-44A4-8AE4-F0062E452197}"/>
              </a:ext>
            </a:extLst>
          </p:cNvPr>
          <p:cNvSpPr/>
          <p:nvPr/>
        </p:nvSpPr>
        <p:spPr>
          <a:xfrm>
            <a:off x="4508004" y="2232911"/>
            <a:ext cx="288032" cy="288032"/>
          </a:xfrm>
          <a:prstGeom prst="rect">
            <a:avLst/>
          </a:prstGeom>
          <a:solidFill>
            <a:srgbClr val="FFA8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B8EC6C5-04EE-4FAB-A4A6-46FFA764FDF2}"/>
              </a:ext>
            </a:extLst>
          </p:cNvPr>
          <p:cNvSpPr/>
          <p:nvPr/>
        </p:nvSpPr>
        <p:spPr>
          <a:xfrm>
            <a:off x="4898759" y="2232911"/>
            <a:ext cx="288032" cy="288032"/>
          </a:xfrm>
          <a:prstGeom prst="rect">
            <a:avLst/>
          </a:prstGeom>
          <a:solidFill>
            <a:srgbClr val="FF6D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E23A5A8-2505-4BFC-9B1E-00AEB6A07958}"/>
              </a:ext>
            </a:extLst>
          </p:cNvPr>
          <p:cNvSpPr/>
          <p:nvPr/>
        </p:nvSpPr>
        <p:spPr>
          <a:xfrm>
            <a:off x="5289514" y="2232911"/>
            <a:ext cx="288032" cy="288032"/>
          </a:xfrm>
          <a:prstGeom prst="rect">
            <a:avLst/>
          </a:prstGeom>
          <a:solidFill>
            <a:srgbClr val="FE11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9A555FB-8069-47D1-AB9F-188EAF408B8A}"/>
              </a:ext>
            </a:extLst>
          </p:cNvPr>
          <p:cNvSpPr/>
          <p:nvPr/>
        </p:nvSpPr>
        <p:spPr>
          <a:xfrm>
            <a:off x="5680266" y="2232911"/>
            <a:ext cx="288032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4E355B1-FC9A-43F3-B824-07AAA4E52BDA}"/>
              </a:ext>
            </a:extLst>
          </p:cNvPr>
          <p:cNvSpPr txBox="1"/>
          <p:nvPr/>
        </p:nvSpPr>
        <p:spPr>
          <a:xfrm>
            <a:off x="295807" y="3061969"/>
            <a:ext cx="137819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fr-FR"/>
            </a:defPPr>
            <a:lvl1pPr>
              <a:defRPr sz="1500">
                <a:solidFill>
                  <a:srgbClr val="4A7EBB"/>
                </a:solidFill>
              </a:defRPr>
            </a:lvl1pPr>
          </a:lstStyle>
          <a:p>
            <a:pPr algn="r">
              <a:lnSpc>
                <a:spcPts val="1800"/>
              </a:lnSpc>
            </a:pPr>
            <a:r>
              <a:rPr lang="fr-FR" sz="1600" dirty="0"/>
              <a:t>Chlorophylle a</a:t>
            </a:r>
            <a:br>
              <a:rPr lang="fr-FR" sz="1600" dirty="0"/>
            </a:br>
            <a:r>
              <a:rPr lang="fr-FR" sz="1600" dirty="0"/>
              <a:t>mg/m</a:t>
            </a:r>
            <a:r>
              <a:rPr lang="fr-FR" sz="1600" baseline="30000" dirty="0"/>
              <a:t>3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2E7F5A6D-96F4-47F3-B4DA-A8905E1E8DD8}"/>
              </a:ext>
            </a:extLst>
          </p:cNvPr>
          <p:cNvSpPr txBox="1"/>
          <p:nvPr/>
        </p:nvSpPr>
        <p:spPr>
          <a:xfrm>
            <a:off x="3306042" y="2529946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.2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F51E41E7-58F4-4906-ACD3-24253361691C}"/>
              </a:ext>
            </a:extLst>
          </p:cNvPr>
          <p:cNvSpPr txBox="1"/>
          <p:nvPr/>
        </p:nvSpPr>
        <p:spPr>
          <a:xfrm>
            <a:off x="3666082" y="2529946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.5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C0E751E8-7C4E-4146-B834-48692C2C7FFD}"/>
              </a:ext>
            </a:extLst>
          </p:cNvPr>
          <p:cNvSpPr txBox="1"/>
          <p:nvPr/>
        </p:nvSpPr>
        <p:spPr>
          <a:xfrm>
            <a:off x="4098130" y="2529946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1.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4F7C15C8-1DD2-4494-8528-BB9FE83D9D51}"/>
              </a:ext>
            </a:extLst>
          </p:cNvPr>
          <p:cNvSpPr txBox="1"/>
          <p:nvPr/>
        </p:nvSpPr>
        <p:spPr>
          <a:xfrm>
            <a:off x="4413160" y="252994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1.5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7679C794-5CBA-405F-B27F-425A58C9A5D8}"/>
              </a:ext>
            </a:extLst>
          </p:cNvPr>
          <p:cNvSpPr txBox="1"/>
          <p:nvPr/>
        </p:nvSpPr>
        <p:spPr>
          <a:xfrm>
            <a:off x="4854331" y="2529946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2.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9B8D997C-A1CF-4A29-9EEA-F1A5208B5832}"/>
              </a:ext>
            </a:extLst>
          </p:cNvPr>
          <p:cNvSpPr txBox="1"/>
          <p:nvPr/>
        </p:nvSpPr>
        <p:spPr>
          <a:xfrm>
            <a:off x="5223067" y="2529946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&gt;3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93A023DE-035F-41BB-A13B-CC5A48C8436F}"/>
              </a:ext>
            </a:extLst>
          </p:cNvPr>
          <p:cNvSpPr txBox="1"/>
          <p:nvPr/>
        </p:nvSpPr>
        <p:spPr>
          <a:xfrm>
            <a:off x="2815620" y="2529946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&lt;.2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679C1387-79C0-4FE0-9058-8E1888447445}"/>
              </a:ext>
            </a:extLst>
          </p:cNvPr>
          <p:cNvSpPr txBox="1"/>
          <p:nvPr/>
        </p:nvSpPr>
        <p:spPr>
          <a:xfrm>
            <a:off x="5610532" y="2560723"/>
            <a:ext cx="502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land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DC80F8-B02C-4EE7-AE0F-3E0F7F9A81B0}"/>
              </a:ext>
            </a:extLst>
          </p:cNvPr>
          <p:cNvSpPr/>
          <p:nvPr/>
        </p:nvSpPr>
        <p:spPr>
          <a:xfrm>
            <a:off x="1814513" y="3140968"/>
            <a:ext cx="423569" cy="396000"/>
          </a:xfrm>
          <a:prstGeom prst="rect">
            <a:avLst/>
          </a:prstGeom>
          <a:solidFill>
            <a:srgbClr val="C1FE0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fr-FR" sz="135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C66F71-8875-46F8-8A60-CB042CEA5E39}"/>
              </a:ext>
            </a:extLst>
          </p:cNvPr>
          <p:cNvSpPr/>
          <p:nvPr/>
        </p:nvSpPr>
        <p:spPr>
          <a:xfrm>
            <a:off x="2239972" y="3140968"/>
            <a:ext cx="423569" cy="396000"/>
          </a:xfrm>
          <a:prstGeom prst="rect">
            <a:avLst/>
          </a:prstGeom>
          <a:solidFill>
            <a:srgbClr val="A8FF02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fr-FR" sz="135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F761E1-AF4A-4FFE-B287-CB0502520D42}"/>
              </a:ext>
            </a:extLst>
          </p:cNvPr>
          <p:cNvSpPr/>
          <p:nvPr/>
        </p:nvSpPr>
        <p:spPr>
          <a:xfrm>
            <a:off x="2665431" y="3140968"/>
            <a:ext cx="423569" cy="396000"/>
          </a:xfrm>
          <a:prstGeom prst="rect">
            <a:avLst/>
          </a:prstGeom>
          <a:solidFill>
            <a:srgbClr val="7FF70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fr-FR" sz="135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EF05A6-1ED4-4267-862E-6A810EBF9BF2}"/>
              </a:ext>
            </a:extLst>
          </p:cNvPr>
          <p:cNvSpPr/>
          <p:nvPr/>
        </p:nvSpPr>
        <p:spPr>
          <a:xfrm>
            <a:off x="3090890" y="3140968"/>
            <a:ext cx="423569" cy="396000"/>
          </a:xfrm>
          <a:prstGeom prst="rect">
            <a:avLst/>
          </a:prstGeom>
          <a:solidFill>
            <a:srgbClr val="55EE0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fr-FR" sz="135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148DCB-56E3-42A2-AFEA-8CBA7D5EACBB}"/>
              </a:ext>
            </a:extLst>
          </p:cNvPr>
          <p:cNvSpPr/>
          <p:nvPr/>
        </p:nvSpPr>
        <p:spPr>
          <a:xfrm>
            <a:off x="3516349" y="3140968"/>
            <a:ext cx="423569" cy="39600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fr-FR" sz="135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A3AB98-EF5F-488E-A53F-DB8AB76500DC}"/>
              </a:ext>
            </a:extLst>
          </p:cNvPr>
          <p:cNvSpPr/>
          <p:nvPr/>
        </p:nvSpPr>
        <p:spPr>
          <a:xfrm>
            <a:off x="3941808" y="3140968"/>
            <a:ext cx="423569" cy="39600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fr-FR" sz="135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E5C8C4-C0CA-4FD5-9CCB-310703A08BBD}"/>
              </a:ext>
            </a:extLst>
          </p:cNvPr>
          <p:cNvSpPr/>
          <p:nvPr/>
        </p:nvSpPr>
        <p:spPr>
          <a:xfrm>
            <a:off x="4367267" y="3140968"/>
            <a:ext cx="423569" cy="39600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fr-FR" sz="135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921013-DADD-4335-80E0-5BEBC11C2462}"/>
              </a:ext>
            </a:extLst>
          </p:cNvPr>
          <p:cNvSpPr/>
          <p:nvPr/>
        </p:nvSpPr>
        <p:spPr>
          <a:xfrm>
            <a:off x="4792726" y="3140968"/>
            <a:ext cx="423569" cy="39600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fr-FR" sz="135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F6895B-92A2-4981-91E9-C6C8341D6B91}"/>
              </a:ext>
            </a:extLst>
          </p:cNvPr>
          <p:cNvSpPr/>
          <p:nvPr/>
        </p:nvSpPr>
        <p:spPr>
          <a:xfrm>
            <a:off x="5218185" y="3140968"/>
            <a:ext cx="423569" cy="39600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fr-FR" sz="135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342BAE-F3CF-4C02-8E6D-9A3981E56E44}"/>
              </a:ext>
            </a:extLst>
          </p:cNvPr>
          <p:cNvSpPr/>
          <p:nvPr/>
        </p:nvSpPr>
        <p:spPr>
          <a:xfrm>
            <a:off x="5643644" y="3140968"/>
            <a:ext cx="423569" cy="39600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fr-FR" sz="135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13A49C4-2EB0-4B9D-BA5C-D62F310EEB8B}"/>
              </a:ext>
            </a:extLst>
          </p:cNvPr>
          <p:cNvSpPr/>
          <p:nvPr/>
        </p:nvSpPr>
        <p:spPr>
          <a:xfrm>
            <a:off x="6069200" y="3140968"/>
            <a:ext cx="423569" cy="3960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r>
              <a:rPr lang="fr-F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/>
              </a:rPr>
              <a:t>land</a:t>
            </a:r>
          </a:p>
        </p:txBody>
      </p:sp>
      <p:graphicFrame>
        <p:nvGraphicFramePr>
          <p:cNvPr id="24" name="Tableau 23">
            <a:extLst>
              <a:ext uri="{FF2B5EF4-FFF2-40B4-BE49-F238E27FC236}">
                <a16:creationId xmlns:a16="http://schemas.microsoft.com/office/drawing/2014/main" id="{12991DCD-7D4A-42C6-8EDC-217282191F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644196"/>
              </p:ext>
            </p:extLst>
          </p:nvPr>
        </p:nvGraphicFramePr>
        <p:xfrm>
          <a:off x="7452320" y="1602091"/>
          <a:ext cx="787400" cy="2225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3944659274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0.05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29177647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0.08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843928839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0.11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4011760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0.15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62604340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0.18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87372382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0.21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391634024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0.24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4767793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0.28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99200509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 dirty="0">
                          <a:effectLst/>
                        </a:rPr>
                        <a:t>0.31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67588491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0.34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93145582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0.37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406737114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 dirty="0">
                          <a:effectLst/>
                        </a:rPr>
                        <a:t>0.40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901984566"/>
                  </a:ext>
                </a:extLst>
              </a:tr>
            </a:tbl>
          </a:graphicData>
        </a:graphic>
      </p:graphicFrame>
      <p:pic>
        <p:nvPicPr>
          <p:cNvPr id="73" name="Image 72">
            <a:extLst>
              <a:ext uri="{FF2B5EF4-FFF2-40B4-BE49-F238E27FC236}">
                <a16:creationId xmlns:a16="http://schemas.microsoft.com/office/drawing/2014/main" id="{502BC901-48A4-4596-98A9-EBBF576367F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D99694"/>
              </a:clrFrom>
              <a:clrTo>
                <a:srgbClr val="D99694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3608" y="4655867"/>
            <a:ext cx="6316003" cy="999831"/>
          </a:xfrm>
          <a:prstGeom prst="rect">
            <a:avLst/>
          </a:prstGeom>
        </p:spPr>
      </p:pic>
      <p:sp>
        <p:nvSpPr>
          <p:cNvPr id="75" name="ZoneTexte 74">
            <a:extLst>
              <a:ext uri="{FF2B5EF4-FFF2-40B4-BE49-F238E27FC236}">
                <a16:creationId xmlns:a16="http://schemas.microsoft.com/office/drawing/2014/main" id="{D2489010-9223-4DBF-B928-DC11FE6B900A}"/>
              </a:ext>
            </a:extLst>
          </p:cNvPr>
          <p:cNvSpPr txBox="1"/>
          <p:nvPr/>
        </p:nvSpPr>
        <p:spPr>
          <a:xfrm>
            <a:off x="726407" y="1323091"/>
            <a:ext cx="1095107" cy="451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fr-FR"/>
            </a:defPPr>
            <a:lvl1pPr>
              <a:defRPr sz="1500">
                <a:solidFill>
                  <a:srgbClr val="4A7EBB"/>
                </a:solidFill>
              </a:defRPr>
            </a:lvl1pPr>
          </a:lstStyle>
          <a:p>
            <a:pPr algn="ctr">
              <a:lnSpc>
                <a:spcPts val="1400"/>
              </a:lnSpc>
            </a:pPr>
            <a:r>
              <a:rPr lang="fr-FR" sz="2000" baseline="30000" dirty="0"/>
              <a:t>Population</a:t>
            </a:r>
            <a:br>
              <a:rPr lang="fr-FR" sz="2000" baseline="30000" dirty="0"/>
            </a:br>
            <a:r>
              <a:rPr lang="fr-FR" sz="2000" baseline="30000" dirty="0"/>
              <a:t>planctonique</a:t>
            </a:r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C8D04C2F-6005-4D3A-8242-D2012F378394}"/>
              </a:ext>
            </a:extLst>
          </p:cNvPr>
          <p:cNvSpPr/>
          <p:nvPr/>
        </p:nvSpPr>
        <p:spPr>
          <a:xfrm>
            <a:off x="539552" y="1355334"/>
            <a:ext cx="190434" cy="190434"/>
          </a:xfrm>
          <a:prstGeom prst="ellipse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5021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316"/>
            <a:ext cx="9144000" cy="66173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02958" y="126177"/>
            <a:ext cx="716206" cy="77393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04" y="127957"/>
            <a:ext cx="802159" cy="8756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510485" y="138113"/>
            <a:ext cx="716206" cy="722981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/>
          <p:cNvSpPr/>
          <p:nvPr/>
        </p:nvSpPr>
        <p:spPr>
          <a:xfrm>
            <a:off x="6948263" y="5949281"/>
            <a:ext cx="1593651" cy="3600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7D87294-2A6D-4779-82B5-98EA5433C2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0352" y="152933"/>
            <a:ext cx="643336" cy="67437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D330A014-268F-4590-83F2-47719071F04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CCCCCC"/>
              </a:clrFrom>
              <a:clrTo>
                <a:srgbClr val="CCCCCC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684" t="7435" r="58870" b="88910"/>
          <a:stretch/>
        </p:blipFill>
        <p:spPr>
          <a:xfrm>
            <a:off x="5950768" y="5995392"/>
            <a:ext cx="2509664" cy="241919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0B64ECA1-22DD-47FC-A783-1367E77DB02F}"/>
              </a:ext>
            </a:extLst>
          </p:cNvPr>
          <p:cNvSpPr/>
          <p:nvPr/>
        </p:nvSpPr>
        <p:spPr>
          <a:xfrm>
            <a:off x="1259632" y="120317"/>
            <a:ext cx="1440160" cy="74077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DE28EF77-5F37-40C1-8E1A-37677F572EFE}"/>
              </a:ext>
            </a:extLst>
          </p:cNvPr>
          <p:cNvSpPr txBox="1"/>
          <p:nvPr/>
        </p:nvSpPr>
        <p:spPr>
          <a:xfrm>
            <a:off x="1308976" y="516437"/>
            <a:ext cx="1095107" cy="451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fr-FR"/>
            </a:defPPr>
            <a:lvl1pPr>
              <a:defRPr sz="1500">
                <a:solidFill>
                  <a:srgbClr val="4A7EBB"/>
                </a:solidFill>
              </a:defRPr>
            </a:lvl1pPr>
          </a:lstStyle>
          <a:p>
            <a:pPr algn="ctr">
              <a:lnSpc>
                <a:spcPts val="1400"/>
              </a:lnSpc>
            </a:pPr>
            <a:r>
              <a:rPr lang="fr-FR" sz="2000" baseline="30000" dirty="0"/>
              <a:t>Population</a:t>
            </a:r>
            <a:br>
              <a:rPr lang="fr-FR" sz="2000" baseline="30000" dirty="0"/>
            </a:br>
            <a:r>
              <a:rPr lang="fr-FR" sz="2000" baseline="30000" dirty="0"/>
              <a:t>planctonique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3C3D27F3-C708-4AAF-BB02-E3B101BB3478}"/>
              </a:ext>
            </a:extLst>
          </p:cNvPr>
          <p:cNvSpPr/>
          <p:nvPr/>
        </p:nvSpPr>
        <p:spPr>
          <a:xfrm>
            <a:off x="1122121" y="548680"/>
            <a:ext cx="190434" cy="190434"/>
          </a:xfrm>
          <a:prstGeom prst="ellipse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2171793-597F-4B10-9782-867BD3F93A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0938" y="123153"/>
            <a:ext cx="4824536" cy="76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623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A08B69-3B1C-4AA6-935F-B8DA4B2E66E8}"/>
              </a:ext>
            </a:extLst>
          </p:cNvPr>
          <p:cNvSpPr/>
          <p:nvPr/>
        </p:nvSpPr>
        <p:spPr>
          <a:xfrm rot="16200000">
            <a:off x="4169643" y="801337"/>
            <a:ext cx="396000" cy="5100986"/>
          </a:xfrm>
          <a:prstGeom prst="rect">
            <a:avLst/>
          </a:prstGeom>
          <a:gradFill>
            <a:gsLst>
              <a:gs pos="0">
                <a:srgbClr val="0070C0"/>
              </a:gs>
              <a:gs pos="50000">
                <a:srgbClr val="FFFF00"/>
              </a:gs>
              <a:gs pos="100000">
                <a:srgbClr val="FF0000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spcAft>
                <a:spcPts val="450"/>
              </a:spcAft>
            </a:pPr>
            <a:br>
              <a:rPr lang="fr-FR" sz="1350" dirty="0">
                <a:solidFill>
                  <a:prstClr val="white"/>
                </a:solidFill>
                <a:latin typeface="Calibri" panose="020F0502020204030204"/>
              </a:rPr>
            </a:b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059E6FA-5ED7-4859-9321-2086931B3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Gamme de couleurs pour température</a:t>
            </a:r>
            <a:br>
              <a:rPr lang="fr-FR" dirty="0"/>
            </a:br>
            <a:r>
              <a:rPr lang="fr-FR" dirty="0"/>
              <a:t>04.05.2026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80B77EA-ECCE-4809-86D7-2D88840298AB}"/>
              </a:ext>
            </a:extLst>
          </p:cNvPr>
          <p:cNvSpPr/>
          <p:nvPr/>
        </p:nvSpPr>
        <p:spPr>
          <a:xfrm>
            <a:off x="5923197" y="1116746"/>
            <a:ext cx="288032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0753EE-E706-4737-9865-F37076117640}"/>
              </a:ext>
            </a:extLst>
          </p:cNvPr>
          <p:cNvSpPr/>
          <p:nvPr/>
        </p:nvSpPr>
        <p:spPr>
          <a:xfrm>
            <a:off x="3187915" y="1116746"/>
            <a:ext cx="288032" cy="288032"/>
          </a:xfrm>
          <a:prstGeom prst="rect">
            <a:avLst/>
          </a:prstGeom>
          <a:solidFill>
            <a:srgbClr val="000AF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CE9E63-D487-494F-AC48-866655A1006B}"/>
              </a:ext>
            </a:extLst>
          </p:cNvPr>
          <p:cNvSpPr/>
          <p:nvPr/>
        </p:nvSpPr>
        <p:spPr>
          <a:xfrm>
            <a:off x="3578670" y="1116746"/>
            <a:ext cx="288032" cy="288032"/>
          </a:xfrm>
          <a:prstGeom prst="rect">
            <a:avLst/>
          </a:prstGeom>
          <a:solidFill>
            <a:srgbClr val="00AF5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F496D8-523A-4FD4-90CA-E86BE8A49548}"/>
              </a:ext>
            </a:extLst>
          </p:cNvPr>
          <p:cNvSpPr/>
          <p:nvPr/>
        </p:nvSpPr>
        <p:spPr>
          <a:xfrm>
            <a:off x="3969425" y="1116746"/>
            <a:ext cx="288032" cy="288032"/>
          </a:xfrm>
          <a:prstGeom prst="rect">
            <a:avLst/>
          </a:prstGeom>
          <a:solidFill>
            <a:srgbClr val="3E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D0E25C1-D1F4-4F0F-994E-8D7869F9ACF5}"/>
              </a:ext>
            </a:extLst>
          </p:cNvPr>
          <p:cNvSpPr/>
          <p:nvPr/>
        </p:nvSpPr>
        <p:spPr>
          <a:xfrm>
            <a:off x="4360180" y="1116746"/>
            <a:ext cx="288032" cy="288032"/>
          </a:xfrm>
          <a:prstGeom prst="rect">
            <a:avLst/>
          </a:prstGeom>
          <a:solidFill>
            <a:srgbClr val="FFFB0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18501A-D9F4-44A4-8AE4-F0062E452197}"/>
              </a:ext>
            </a:extLst>
          </p:cNvPr>
          <p:cNvSpPr/>
          <p:nvPr/>
        </p:nvSpPr>
        <p:spPr>
          <a:xfrm>
            <a:off x="4750935" y="1116746"/>
            <a:ext cx="288032" cy="288032"/>
          </a:xfrm>
          <a:prstGeom prst="rect">
            <a:avLst/>
          </a:prstGeom>
          <a:solidFill>
            <a:srgbClr val="FFA8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B8EC6C5-04EE-4FAB-A4A6-46FFA764FDF2}"/>
              </a:ext>
            </a:extLst>
          </p:cNvPr>
          <p:cNvSpPr/>
          <p:nvPr/>
        </p:nvSpPr>
        <p:spPr>
          <a:xfrm>
            <a:off x="5141690" y="1116746"/>
            <a:ext cx="288032" cy="288032"/>
          </a:xfrm>
          <a:prstGeom prst="rect">
            <a:avLst/>
          </a:prstGeom>
          <a:solidFill>
            <a:srgbClr val="FF6D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E23A5A8-2505-4BFC-9B1E-00AEB6A07958}"/>
              </a:ext>
            </a:extLst>
          </p:cNvPr>
          <p:cNvSpPr/>
          <p:nvPr/>
        </p:nvSpPr>
        <p:spPr>
          <a:xfrm>
            <a:off x="5532445" y="1116746"/>
            <a:ext cx="288032" cy="288032"/>
          </a:xfrm>
          <a:prstGeom prst="rect">
            <a:avLst/>
          </a:prstGeom>
          <a:solidFill>
            <a:srgbClr val="FE11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9A555FB-8069-47D1-AB9F-188EAF408B8A}"/>
              </a:ext>
            </a:extLst>
          </p:cNvPr>
          <p:cNvSpPr/>
          <p:nvPr/>
        </p:nvSpPr>
        <p:spPr>
          <a:xfrm>
            <a:off x="5923197" y="1116746"/>
            <a:ext cx="288032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4E355B1-FC9A-43F3-B824-07AAA4E52BDA}"/>
              </a:ext>
            </a:extLst>
          </p:cNvPr>
          <p:cNvSpPr txBox="1"/>
          <p:nvPr/>
        </p:nvSpPr>
        <p:spPr>
          <a:xfrm>
            <a:off x="-52894" y="2985025"/>
            <a:ext cx="18120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000" dirty="0" err="1">
                <a:latin typeface="+mj-lt"/>
              </a:rPr>
              <a:t>Sea</a:t>
            </a:r>
            <a:r>
              <a:rPr lang="fr-FR" sz="2000" dirty="0">
                <a:latin typeface="+mj-lt"/>
              </a:rPr>
              <a:t>-surface</a:t>
            </a:r>
            <a:br>
              <a:rPr lang="fr-FR" sz="2000" dirty="0">
                <a:latin typeface="+mj-lt"/>
              </a:rPr>
            </a:br>
            <a:r>
              <a:rPr lang="fr-FR" sz="2000" dirty="0" err="1">
                <a:latin typeface="+mj-lt"/>
              </a:rPr>
              <a:t>temperature</a:t>
            </a:r>
            <a:r>
              <a:rPr lang="fr-FR" sz="2000" dirty="0">
                <a:latin typeface="+mj-lt"/>
              </a:rPr>
              <a:t> °C</a:t>
            </a:r>
            <a:endParaRPr lang="fr-FR" sz="2000" baseline="30000" dirty="0">
              <a:latin typeface="+mj-lt"/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2E7F5A6D-96F4-47F3-B4DA-A8905E1E8DD8}"/>
              </a:ext>
            </a:extLst>
          </p:cNvPr>
          <p:cNvSpPr txBox="1"/>
          <p:nvPr/>
        </p:nvSpPr>
        <p:spPr>
          <a:xfrm>
            <a:off x="3548973" y="141378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.2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F51E41E7-58F4-4906-ACD3-24253361691C}"/>
              </a:ext>
            </a:extLst>
          </p:cNvPr>
          <p:cNvSpPr txBox="1"/>
          <p:nvPr/>
        </p:nvSpPr>
        <p:spPr>
          <a:xfrm>
            <a:off x="3909013" y="141378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.5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C0E751E8-7C4E-4146-B834-48692C2C7FFD}"/>
              </a:ext>
            </a:extLst>
          </p:cNvPr>
          <p:cNvSpPr txBox="1"/>
          <p:nvPr/>
        </p:nvSpPr>
        <p:spPr>
          <a:xfrm>
            <a:off x="4341061" y="141378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1.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4F7C15C8-1DD2-4494-8528-BB9FE83D9D51}"/>
              </a:ext>
            </a:extLst>
          </p:cNvPr>
          <p:cNvSpPr txBox="1"/>
          <p:nvPr/>
        </p:nvSpPr>
        <p:spPr>
          <a:xfrm>
            <a:off x="4656091" y="141378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1.5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7679C794-5CBA-405F-B27F-425A58C9A5D8}"/>
              </a:ext>
            </a:extLst>
          </p:cNvPr>
          <p:cNvSpPr txBox="1"/>
          <p:nvPr/>
        </p:nvSpPr>
        <p:spPr>
          <a:xfrm>
            <a:off x="5097262" y="141378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2.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9B8D997C-A1CF-4A29-9EEA-F1A5208B5832}"/>
              </a:ext>
            </a:extLst>
          </p:cNvPr>
          <p:cNvSpPr txBox="1"/>
          <p:nvPr/>
        </p:nvSpPr>
        <p:spPr>
          <a:xfrm>
            <a:off x="5465998" y="1413781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&gt;3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93A023DE-035F-41BB-A13B-CC5A48C8436F}"/>
              </a:ext>
            </a:extLst>
          </p:cNvPr>
          <p:cNvSpPr txBox="1"/>
          <p:nvPr/>
        </p:nvSpPr>
        <p:spPr>
          <a:xfrm>
            <a:off x="3058551" y="141378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&lt;.2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679C1387-79C0-4FE0-9058-8E1888447445}"/>
              </a:ext>
            </a:extLst>
          </p:cNvPr>
          <p:cNvSpPr txBox="1"/>
          <p:nvPr/>
        </p:nvSpPr>
        <p:spPr>
          <a:xfrm>
            <a:off x="5853463" y="1444558"/>
            <a:ext cx="502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land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DC80F8-B02C-4EE7-AE0F-3E0F7F9A81B0}"/>
              </a:ext>
            </a:extLst>
          </p:cNvPr>
          <p:cNvSpPr/>
          <p:nvPr/>
        </p:nvSpPr>
        <p:spPr>
          <a:xfrm>
            <a:off x="1814513" y="3140968"/>
            <a:ext cx="423569" cy="39600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r>
              <a:rPr lang="fr-FR" sz="13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/>
              </a:rPr>
              <a:t>19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C66F71-8875-46F8-8A60-CB042CEA5E39}"/>
              </a:ext>
            </a:extLst>
          </p:cNvPr>
          <p:cNvSpPr/>
          <p:nvPr/>
        </p:nvSpPr>
        <p:spPr>
          <a:xfrm>
            <a:off x="2239972" y="3140968"/>
            <a:ext cx="423569" cy="39600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r>
              <a:rPr lang="fr-FR" sz="13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/>
              </a:rPr>
              <a:t>20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F761E1-AF4A-4FFE-B287-CB0502520D42}"/>
              </a:ext>
            </a:extLst>
          </p:cNvPr>
          <p:cNvSpPr/>
          <p:nvPr/>
        </p:nvSpPr>
        <p:spPr>
          <a:xfrm>
            <a:off x="2665431" y="3140968"/>
            <a:ext cx="423569" cy="39600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r>
              <a:rPr lang="fr-FR" sz="13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/>
              </a:rPr>
              <a:t>21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EF05A6-1ED4-4267-862E-6A810EBF9BF2}"/>
              </a:ext>
            </a:extLst>
          </p:cNvPr>
          <p:cNvSpPr/>
          <p:nvPr/>
        </p:nvSpPr>
        <p:spPr>
          <a:xfrm>
            <a:off x="3090890" y="3140968"/>
            <a:ext cx="423569" cy="39600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r>
              <a:rPr lang="fr-FR" sz="13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/>
              </a:rPr>
              <a:t>22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148DCB-56E3-42A2-AFEA-8CBA7D5EACBB}"/>
              </a:ext>
            </a:extLst>
          </p:cNvPr>
          <p:cNvSpPr/>
          <p:nvPr/>
        </p:nvSpPr>
        <p:spPr>
          <a:xfrm>
            <a:off x="3516349" y="3140968"/>
            <a:ext cx="423569" cy="39600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r>
              <a:rPr lang="fr-FR" sz="13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/>
              </a:rPr>
              <a:t>23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A3AB98-EF5F-488E-A53F-DB8AB76500DC}"/>
              </a:ext>
            </a:extLst>
          </p:cNvPr>
          <p:cNvSpPr/>
          <p:nvPr/>
        </p:nvSpPr>
        <p:spPr>
          <a:xfrm>
            <a:off x="3941808" y="3140968"/>
            <a:ext cx="423569" cy="39600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r>
              <a:rPr lang="fr-FR" sz="13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/>
              </a:rPr>
              <a:t>24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E5C8C4-C0CA-4FD5-9CCB-310703A08BBD}"/>
              </a:ext>
            </a:extLst>
          </p:cNvPr>
          <p:cNvSpPr/>
          <p:nvPr/>
        </p:nvSpPr>
        <p:spPr>
          <a:xfrm>
            <a:off x="4367267" y="3140968"/>
            <a:ext cx="423569" cy="39600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r>
              <a:rPr lang="fr-FR" sz="13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/>
              </a:rPr>
              <a:t>25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921013-DADD-4335-80E0-5BEBC11C2462}"/>
              </a:ext>
            </a:extLst>
          </p:cNvPr>
          <p:cNvSpPr/>
          <p:nvPr/>
        </p:nvSpPr>
        <p:spPr>
          <a:xfrm>
            <a:off x="4792726" y="3140968"/>
            <a:ext cx="423569" cy="39600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r>
              <a:rPr lang="fr-FR" sz="13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/>
              </a:rPr>
              <a:t>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F6895B-92A2-4981-91E9-C6C8341D6B91}"/>
              </a:ext>
            </a:extLst>
          </p:cNvPr>
          <p:cNvSpPr/>
          <p:nvPr/>
        </p:nvSpPr>
        <p:spPr>
          <a:xfrm>
            <a:off x="5218185" y="3140968"/>
            <a:ext cx="423569" cy="39600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r>
              <a:rPr lang="fr-FR" sz="13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/>
              </a:rPr>
              <a:t>27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342BAE-F3CF-4C02-8E6D-9A3981E56E44}"/>
              </a:ext>
            </a:extLst>
          </p:cNvPr>
          <p:cNvSpPr/>
          <p:nvPr/>
        </p:nvSpPr>
        <p:spPr>
          <a:xfrm>
            <a:off x="5643644" y="3140968"/>
            <a:ext cx="423569" cy="39600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r>
              <a:rPr lang="fr-FR" sz="13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/>
              </a:rPr>
              <a:t>28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09D0A8-7AF8-4AAE-9D39-57739BD45F3F}"/>
              </a:ext>
            </a:extLst>
          </p:cNvPr>
          <p:cNvSpPr/>
          <p:nvPr/>
        </p:nvSpPr>
        <p:spPr>
          <a:xfrm>
            <a:off x="6069103" y="3140968"/>
            <a:ext cx="423569" cy="39600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r>
              <a:rPr lang="fr-FR" sz="13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/>
              </a:rPr>
              <a:t>29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0A2E4D-AC5C-4E21-90B1-884EBD2FD0BA}"/>
              </a:ext>
            </a:extLst>
          </p:cNvPr>
          <p:cNvSpPr/>
          <p:nvPr/>
        </p:nvSpPr>
        <p:spPr>
          <a:xfrm>
            <a:off x="6494567" y="3140968"/>
            <a:ext cx="423569" cy="39600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r>
              <a:rPr lang="fr-FR" sz="13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/>
              </a:rPr>
              <a:t>30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13A49C4-2EB0-4B9D-BA5C-D62F310EEB8B}"/>
              </a:ext>
            </a:extLst>
          </p:cNvPr>
          <p:cNvSpPr/>
          <p:nvPr/>
        </p:nvSpPr>
        <p:spPr>
          <a:xfrm>
            <a:off x="7028751" y="3153829"/>
            <a:ext cx="423569" cy="3960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r>
              <a:rPr lang="fr-F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/>
              </a:rPr>
              <a:t>land</a:t>
            </a:r>
          </a:p>
        </p:txBody>
      </p:sp>
      <p:pic>
        <p:nvPicPr>
          <p:cNvPr id="44" name="Image 43">
            <a:extLst>
              <a:ext uri="{FF2B5EF4-FFF2-40B4-BE49-F238E27FC236}">
                <a16:creationId xmlns:a16="http://schemas.microsoft.com/office/drawing/2014/main" id="{6AF52CA8-5FDC-4E5B-8187-611351F69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4365104"/>
            <a:ext cx="7584081" cy="84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11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316"/>
            <a:ext cx="9144000" cy="66173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02958" y="126177"/>
            <a:ext cx="716206" cy="77393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56" y="110791"/>
            <a:ext cx="788210" cy="8604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510485" y="138113"/>
            <a:ext cx="716206" cy="722981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/>
          <p:cNvSpPr/>
          <p:nvPr/>
        </p:nvSpPr>
        <p:spPr>
          <a:xfrm>
            <a:off x="6948263" y="5949281"/>
            <a:ext cx="1593651" cy="3600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9300997-9F17-4992-BB0D-FDAFD1F1C6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8519" y="89436"/>
            <a:ext cx="5999905" cy="67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280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316"/>
            <a:ext cx="9144000" cy="66173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02958" y="126177"/>
            <a:ext cx="716206" cy="77393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56" y="110791"/>
            <a:ext cx="788210" cy="8604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510485" y="138113"/>
            <a:ext cx="716206" cy="722981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4" name="Image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5260" y="143807"/>
            <a:ext cx="5346655" cy="871804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6948263" y="5949281"/>
            <a:ext cx="1593651" cy="3600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5280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187915" y="1116746"/>
            <a:ext cx="288032" cy="288032"/>
          </a:xfrm>
          <a:prstGeom prst="rect">
            <a:avLst/>
          </a:prstGeom>
          <a:solidFill>
            <a:srgbClr val="000AF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3578670" y="1116746"/>
            <a:ext cx="288032" cy="288032"/>
          </a:xfrm>
          <a:prstGeom prst="rect">
            <a:avLst/>
          </a:prstGeom>
          <a:solidFill>
            <a:srgbClr val="00AF5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3969425" y="1116746"/>
            <a:ext cx="288032" cy="288032"/>
          </a:xfrm>
          <a:prstGeom prst="rect">
            <a:avLst/>
          </a:prstGeom>
          <a:solidFill>
            <a:srgbClr val="3E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4360180" y="1116746"/>
            <a:ext cx="288032" cy="288032"/>
          </a:xfrm>
          <a:prstGeom prst="rect">
            <a:avLst/>
          </a:prstGeom>
          <a:solidFill>
            <a:srgbClr val="FFFB0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4750935" y="1116746"/>
            <a:ext cx="288032" cy="288032"/>
          </a:xfrm>
          <a:prstGeom prst="rect">
            <a:avLst/>
          </a:prstGeom>
          <a:solidFill>
            <a:srgbClr val="FFA8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5141690" y="1116746"/>
            <a:ext cx="288032" cy="288032"/>
          </a:xfrm>
          <a:prstGeom prst="rect">
            <a:avLst/>
          </a:prstGeom>
          <a:solidFill>
            <a:srgbClr val="FF6D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5532445" y="1116746"/>
            <a:ext cx="288032" cy="288032"/>
          </a:xfrm>
          <a:prstGeom prst="rect">
            <a:avLst/>
          </a:prstGeom>
          <a:solidFill>
            <a:srgbClr val="FE11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5923197" y="1116746"/>
            <a:ext cx="288032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5364088" y="3346103"/>
            <a:ext cx="651470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&gt; 0 &amp;&amp;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&lt;= 0.2)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1;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&gt; 0.2 &amp;&amp;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&lt;= 0.5)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2;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&gt; 0.5 &amp;&amp;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&lt;= 1)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3;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&lt;= 1.5)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4;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&gt; 1.5 &amp;&amp;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&lt;= 2)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5;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&gt; 2 &amp;&amp;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&lt;= 3)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6;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1115616" y="1052736"/>
            <a:ext cx="2020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>
                <a:latin typeface="Abadi MT Condensed Light" panose="020B0306030101010103" pitchFamily="34" charset="0"/>
              </a:rPr>
              <a:t>Micronekton</a:t>
            </a:r>
            <a:r>
              <a:rPr lang="fr-FR" sz="2400" b="1" dirty="0">
                <a:latin typeface="Abadi MT Condensed Light" panose="020B0306030101010103" pitchFamily="34" charset="0"/>
              </a:rPr>
              <a:t> g/m</a:t>
            </a:r>
            <a:r>
              <a:rPr lang="fr-FR" sz="2400" b="1" baseline="30000" dirty="0">
                <a:latin typeface="Abadi MT Condensed Light" panose="020B0306030101010103" pitchFamily="34" charset="0"/>
              </a:rPr>
              <a:t>2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3548973" y="141378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.2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3909013" y="141378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.5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4341061" y="141378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1.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4656091" y="141378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1.5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5097262" y="141378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2.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5465998" y="1413781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&gt;3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3058551" y="141378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&lt;.2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5853463" y="1444558"/>
            <a:ext cx="502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land</a:t>
            </a:r>
          </a:p>
        </p:txBody>
      </p:sp>
    </p:spTree>
    <p:extLst>
      <p:ext uri="{BB962C8B-B14F-4D97-AF65-F5344CB8AC3E}">
        <p14:creationId xmlns:p14="http://schemas.microsoft.com/office/powerpoint/2010/main" val="102102551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1022</TotalTime>
  <Words>216</Words>
  <Application>Microsoft Office PowerPoint</Application>
  <PresentationFormat>Affichage à l'écran (4:3)</PresentationFormat>
  <Paragraphs>75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Abadi MT Condensed Light</vt:lpstr>
      <vt:lpstr>Arial</vt:lpstr>
      <vt:lpstr>Calibri</vt:lpstr>
      <vt:lpstr>Consolas</vt:lpstr>
      <vt:lpstr>Thème Office</vt:lpstr>
      <vt:lpstr>Présentation PowerPoint</vt:lpstr>
      <vt:lpstr>Gamme de couleurs pour chlorophylle 04.05.2026</vt:lpstr>
      <vt:lpstr>Présentation PowerPoint</vt:lpstr>
      <vt:lpstr>Gamme de couleurs pour température 04.05.2026</vt:lpstr>
      <vt:lpstr>Présentation PowerPoint</vt:lpstr>
      <vt:lpstr>Présentation PowerPoint</vt:lpstr>
      <vt:lpstr>Présentation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Jean Le Fur</dc:creator>
  <cp:lastModifiedBy>Jean LE FUR</cp:lastModifiedBy>
  <cp:revision>60</cp:revision>
  <cp:lastPrinted>2018-05-25T08:02:30Z</cp:lastPrinted>
  <dcterms:created xsi:type="dcterms:W3CDTF">2018-05-17T14:41:08Z</dcterms:created>
  <dcterms:modified xsi:type="dcterms:W3CDTF">2026-07-31T01:49:01Z</dcterms:modified>
</cp:coreProperties>
</file>