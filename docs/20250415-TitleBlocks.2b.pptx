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handoutMasterIdLst>
    <p:handoutMasterId r:id="rId8"/>
  </p:handoutMasterIdLst>
  <p:sldIdLst>
    <p:sldId id="256" r:id="rId3"/>
    <p:sldId id="260" r:id="rId4"/>
    <p:sldId id="259" r:id="rId5"/>
    <p:sldId id="261" r:id="rId6"/>
    <p:sldId id="262" r:id="rId7"/>
  </p:sldIdLst>
  <p:sldSz cx="9144000" cy="6858000" type="screen4x3"/>
  <p:notesSz cx="6794500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9" autoAdjust="0"/>
    <p:restoredTop sz="94660"/>
  </p:normalViewPr>
  <p:slideViewPr>
    <p:cSldViewPr>
      <p:cViewPr varScale="1">
        <p:scale>
          <a:sx n="137" d="100"/>
          <a:sy n="137" d="100"/>
        </p:scale>
        <p:origin x="176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28B70-92E3-48E1-BE49-F8A05A0EC16C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9A9A0-95DF-49DA-82D8-2B19D3FAF1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8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48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29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3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37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6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57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00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33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52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905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D9F4C5-A1B3-4B4C-BC04-DCE18C6A8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E725EC-7188-4149-A97D-4734AEEC0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03D5BC-FBD4-4C28-9746-4607742D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950C01-0F8E-4E84-B042-681A82EC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67DA22-AFEF-47AC-AE9A-6DAD5383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3433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1762B4-E523-4B9A-9070-52CCD5E78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E33BCC-498F-4745-9D58-1A60B2863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5C3507-CB5E-480C-B560-182A2891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2A9C5E-60B6-46AD-9506-BBCE34588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E1E4A-D5B3-47CC-A693-E1719E3F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321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99BB0-781E-43A6-9D85-5A4E4469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015FDA-37FB-45A2-8CD2-96803BB91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B96FBA-A37A-4A7D-AA1C-C9DED771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CE172D-F1D4-42B8-90BD-6CA1064D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86424-7320-4D88-A504-BB505356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837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E846AE-3A50-4E81-8013-BD1497BE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4211A6-D6FA-4C6E-9937-E9737F1F9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6C590C-9792-4C54-9BB0-C478EAC51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0C953E-6810-47B8-8156-EE0ED85F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5AF77B-387A-450B-889A-2462EF4D3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78EDDF-A489-4C58-90DA-906902C9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834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998F9-5F09-480E-B9E0-4D1C114E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FC4A94-3B2A-4490-A0E0-EC0024B3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5A371E-D7D6-49DC-87D4-9C8B76586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0CBDA03-A2F3-484B-929D-BD8C51D1F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2AA09A4-8239-40DC-BF4C-B5354D6A3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A1ECF12-5690-4A45-89F6-C73121D0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0702521-30DA-4BBF-9C16-79FADBB5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52FFDDA-DBD3-436D-9053-8FF4A922B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1218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0DA12B-E8C3-41AD-AA04-3EF3465B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786293-2219-4C0C-B467-9AFAC0E9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2E0F73-FE20-4A4F-BA2B-24CC0C1F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C0072B-FBF0-4BC8-95F5-EBFF4447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087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0EB0EAB-AC63-4103-A861-22F31F1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A3ED83-C94E-448D-8E0C-93C67B89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992B0B-CA30-44DB-B78A-CB00217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0581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597189-3690-4D41-BD94-7D6E9E40F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74E9EA-F363-4447-A4E3-E68EC3EF0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E8D4A4-1CB2-4651-AE62-A40833364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29DD8D-5886-4EBA-B80A-23A8493EC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C8926A-39AC-460E-83A5-B62A3677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FAC142-C6F9-4C88-B487-7940787E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9876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E51E8-FD02-4A1D-8A87-6ECC8AF3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44FCD63-4C78-4708-B327-B80585413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FA301E-7189-4832-AF0B-ED3872E6A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5D5329-DA60-4489-91B9-0757B1EE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3765FE-E2A2-4539-BA9D-B18E157B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700B9F-453E-4F3A-883D-6C9B4790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046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71D17-295F-43E8-A153-14561B65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D2F292-E92F-4BD3-96E7-4FA2BA090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84208F-EBF6-4757-ADC4-97897D4F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0F913F-931D-4210-BC44-BE58780E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E6DC4C-EBE5-410E-9345-A1A00B87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528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70463B7-0AC9-4473-BA00-DA832A580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0F5CB4-6060-48C5-A048-6AB61AE6D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F819D3-6718-48C9-80AA-7E55D938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5B9EA9-3C83-4EE8-92CA-7B763CAC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EDB2AA-9514-46D6-BAF2-7E4B9230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74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1F5DE-F893-487E-8A46-2A5279405891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85C4A-DFEF-4D9D-A07C-9DBA78A296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6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8FE227B-1EDF-4BAC-8361-18FAEC1B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19C1AE-608D-41D2-8EA6-108C281A4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C19FED-201A-4D93-8F1B-02745F64E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E3FA2-7E2C-40BC-8495-8E60B4855436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4C3C55-2825-4541-9193-3FA5F659C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480AA9-1DBB-4DB4-9B04-4FA7F2923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6E112-53B8-499F-832E-C2FBD26BB2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47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A08B69-3B1C-4AA6-935F-B8DA4B2E66E8}"/>
              </a:ext>
            </a:extLst>
          </p:cNvPr>
          <p:cNvSpPr/>
          <p:nvPr/>
        </p:nvSpPr>
        <p:spPr>
          <a:xfrm>
            <a:off x="2122998" y="1802461"/>
            <a:ext cx="1306002" cy="3240000"/>
          </a:xfrm>
          <a:prstGeom prst="rect">
            <a:avLst/>
          </a:prstGeom>
          <a:gradFill>
            <a:gsLst>
              <a:gs pos="0">
                <a:srgbClr val="0070C0"/>
              </a:gs>
              <a:gs pos="50000">
                <a:srgbClr val="FFFF00"/>
              </a:gs>
              <a:gs pos="100000">
                <a:srgbClr val="FF0000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spcAft>
                <a:spcPts val="450"/>
              </a:spcAft>
            </a:pPr>
            <a:br>
              <a:rPr lang="fr-FR" sz="1350" dirty="0">
                <a:solidFill>
                  <a:prstClr val="white"/>
                </a:solidFill>
                <a:latin typeface="Calibri" panose="020F0502020204030204"/>
              </a:rPr>
            </a:b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21,124,176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62,146,146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104,171,113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146,194,82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190,218,49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234,243,16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255,235,0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255,191,0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255,150,0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255,103,0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255,66,0</a:t>
            </a:r>
          </a:p>
          <a:p>
            <a:pPr algn="ctr" defTabSz="685800">
              <a:spcAft>
                <a:spcPts val="450"/>
              </a:spcAft>
            </a:pPr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255,19,0</a:t>
            </a:r>
          </a:p>
          <a:p>
            <a:pPr algn="ctr" defTabSz="685800">
              <a:spcAft>
                <a:spcPts val="450"/>
              </a:spcAft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DC80F8-B02C-4EE7-AE0F-3E0F7F9A81B0}"/>
              </a:ext>
            </a:extLst>
          </p:cNvPr>
          <p:cNvSpPr/>
          <p:nvPr/>
        </p:nvSpPr>
        <p:spPr>
          <a:xfrm>
            <a:off x="3429000" y="1802462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66F71-8875-46F8-8A60-CB042CEA5E39}"/>
              </a:ext>
            </a:extLst>
          </p:cNvPr>
          <p:cNvSpPr/>
          <p:nvPr/>
        </p:nvSpPr>
        <p:spPr>
          <a:xfrm>
            <a:off x="3429000" y="2072599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761E1-AF4A-4FFE-B287-CB0502520D42}"/>
              </a:ext>
            </a:extLst>
          </p:cNvPr>
          <p:cNvSpPr/>
          <p:nvPr/>
        </p:nvSpPr>
        <p:spPr>
          <a:xfrm>
            <a:off x="3429000" y="2342736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F05A6-1ED4-4267-862E-6A810EBF9BF2}"/>
              </a:ext>
            </a:extLst>
          </p:cNvPr>
          <p:cNvSpPr/>
          <p:nvPr/>
        </p:nvSpPr>
        <p:spPr>
          <a:xfrm>
            <a:off x="3429000" y="2612873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148DCB-56E3-42A2-AFEA-8CBA7D5EACBB}"/>
              </a:ext>
            </a:extLst>
          </p:cNvPr>
          <p:cNvSpPr/>
          <p:nvPr/>
        </p:nvSpPr>
        <p:spPr>
          <a:xfrm>
            <a:off x="3429000" y="2883011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A3AB98-EF5F-488E-A53F-DB8AB76500DC}"/>
              </a:ext>
            </a:extLst>
          </p:cNvPr>
          <p:cNvSpPr/>
          <p:nvPr/>
        </p:nvSpPr>
        <p:spPr>
          <a:xfrm>
            <a:off x="3429000" y="3153148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E5C8C4-C0CA-4FD5-9CCB-310703A08BBD}"/>
              </a:ext>
            </a:extLst>
          </p:cNvPr>
          <p:cNvSpPr/>
          <p:nvPr/>
        </p:nvSpPr>
        <p:spPr>
          <a:xfrm>
            <a:off x="3429000" y="3423285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921013-DADD-4335-80E0-5BEBC11C2462}"/>
              </a:ext>
            </a:extLst>
          </p:cNvPr>
          <p:cNvSpPr/>
          <p:nvPr/>
        </p:nvSpPr>
        <p:spPr>
          <a:xfrm>
            <a:off x="3429000" y="3693422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F6895B-92A2-4981-91E9-C6C8341D6B91}"/>
              </a:ext>
            </a:extLst>
          </p:cNvPr>
          <p:cNvSpPr/>
          <p:nvPr/>
        </p:nvSpPr>
        <p:spPr>
          <a:xfrm>
            <a:off x="3429000" y="3963560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342BAE-F3CF-4C02-8E6D-9A3981E56E44}"/>
              </a:ext>
            </a:extLst>
          </p:cNvPr>
          <p:cNvSpPr/>
          <p:nvPr/>
        </p:nvSpPr>
        <p:spPr>
          <a:xfrm>
            <a:off x="3429000" y="4233697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09D0A8-7AF8-4AAE-9D39-57739BD45F3F}"/>
              </a:ext>
            </a:extLst>
          </p:cNvPr>
          <p:cNvSpPr/>
          <p:nvPr/>
        </p:nvSpPr>
        <p:spPr>
          <a:xfrm>
            <a:off x="3429000" y="4503834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11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0A2E4D-AC5C-4E21-90B1-884EBD2FD0BA}"/>
              </a:ext>
            </a:extLst>
          </p:cNvPr>
          <p:cNvSpPr/>
          <p:nvPr/>
        </p:nvSpPr>
        <p:spPr>
          <a:xfrm>
            <a:off x="3429000" y="4773974"/>
            <a:ext cx="1596838" cy="270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r>
              <a:rPr lang="fr-FR" sz="1350" dirty="0">
                <a:solidFill>
                  <a:prstClr val="white"/>
                </a:solidFill>
                <a:latin typeface="Calibri" panose="020F0502020204030204"/>
              </a:rPr>
              <a:t>12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59E6FA-5ED7-4859-9321-2086931B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Gamme de couleurs pour température</a:t>
            </a:r>
            <a:br>
              <a:rPr lang="fr-FR" dirty="0"/>
            </a:br>
            <a:r>
              <a:rPr lang="fr-FR" dirty="0"/>
              <a:t>04.05.2026</a:t>
            </a:r>
          </a:p>
        </p:txBody>
      </p:sp>
    </p:spTree>
    <p:extLst>
      <p:ext uri="{BB962C8B-B14F-4D97-AF65-F5344CB8AC3E}">
        <p14:creationId xmlns:p14="http://schemas.microsoft.com/office/powerpoint/2010/main" val="9911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8" y="2564904"/>
            <a:ext cx="7666957" cy="4248472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32656"/>
            <a:ext cx="2592288" cy="25922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ZoneTexte 3"/>
          <p:cNvSpPr txBox="1"/>
          <p:nvPr/>
        </p:nvSpPr>
        <p:spPr>
          <a:xfrm>
            <a:off x="3851920" y="445611"/>
            <a:ext cx="4798031" cy="181588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>
            <a:defPPr>
              <a:defRPr lang="fr-F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1" i="0" u="none" strike="noStrike" cap="none" spc="0" normalizeH="0" baseline="0">
                <a:ln w="38100">
                  <a:solidFill>
                    <a:srgbClr val="ED7D31">
                      <a:lumMod val="50000"/>
                    </a:srgbClr>
                  </a:solidFill>
                  <a:prstDash val="solid"/>
                </a:ln>
                <a:solidFill>
                  <a:srgbClr val="ED7D31"/>
                </a:solidFill>
                <a:effectLst>
                  <a:outerShdw blurRad="12700" dist="38100" dir="2700000" algn="tl" rotWithShape="0">
                    <a:srgbClr val="4472C4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</a:defRPr>
            </a:lvl1pPr>
          </a:lstStyle>
          <a:p>
            <a:r>
              <a:rPr lang="fr-FR" sz="28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Simulation intégrée multi-échelles des </a:t>
            </a:r>
            <a:r>
              <a:rPr lang="fr-FR" sz="2800" b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écosociosystèmes</a:t>
            </a:r>
            <a:r>
              <a:rPr lang="fr-FR" sz="28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marins de Nouvelle-Calédonie (projet </a:t>
            </a:r>
            <a:r>
              <a:rPr lang="fr-FR" sz="2800" b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MelaneSim</a:t>
            </a:r>
            <a:r>
              <a:rPr lang="fr-FR" sz="28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pic>
        <p:nvPicPr>
          <p:cNvPr id="5" name="Picture 16" descr="RÃ©sultat de recherche d'images pour &quot;logo ird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95509"/>
            <a:ext cx="576064" cy="47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37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/>
          <p:cNvGrpSpPr/>
          <p:nvPr/>
        </p:nvGrpSpPr>
        <p:grpSpPr>
          <a:xfrm>
            <a:off x="971600" y="1196752"/>
            <a:ext cx="3600400" cy="1181745"/>
            <a:chOff x="1095911" y="2143746"/>
            <a:chExt cx="3600400" cy="1181745"/>
          </a:xfrm>
        </p:grpSpPr>
        <p:sp>
          <p:nvSpPr>
            <p:cNvPr id="9" name="Rectangle 8"/>
            <p:cNvSpPr/>
            <p:nvPr/>
          </p:nvSpPr>
          <p:spPr>
            <a:xfrm>
              <a:off x="1095911" y="2143746"/>
              <a:ext cx="3600400" cy="118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6" name="Groupe 5"/>
            <p:cNvGrpSpPr/>
            <p:nvPr/>
          </p:nvGrpSpPr>
          <p:grpSpPr>
            <a:xfrm>
              <a:off x="1167919" y="2236569"/>
              <a:ext cx="3418170" cy="1015663"/>
              <a:chOff x="709928" y="2667019"/>
              <a:chExt cx="3418170" cy="1015663"/>
            </a:xfrm>
          </p:grpSpPr>
          <p:sp>
            <p:nvSpPr>
              <p:cNvPr id="10" name="ZoneTexte 9"/>
              <p:cNvSpPr txBox="1"/>
              <p:nvPr/>
            </p:nvSpPr>
            <p:spPr>
              <a:xfrm>
                <a:off x="2471913" y="2667019"/>
                <a:ext cx="1656185" cy="10156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u="sng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PNMC-drifters</a:t>
                </a:r>
                <a:r>
                  <a:rPr lang="en-GB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14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déplacement</a:t>
                </a:r>
                <a:r>
                  <a:rPr lang="en-GB" sz="1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GB" sz="14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particules</a:t>
                </a:r>
                <a:r>
                  <a:rPr lang="en-GB" sz="1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 courants de surface</a:t>
                </a:r>
                <a:endParaRPr lang="fr-FR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" name="Image 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392" r="12480"/>
              <a:stretch/>
            </p:blipFill>
            <p:spPr>
              <a:xfrm>
                <a:off x="709928" y="2700561"/>
                <a:ext cx="1651763" cy="929014"/>
              </a:xfrm>
              <a:prstGeom prst="rect">
                <a:avLst/>
              </a:prstGeom>
              <a:ln w="9525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4" name="Groupe 3"/>
          <p:cNvGrpSpPr/>
          <p:nvPr/>
        </p:nvGrpSpPr>
        <p:grpSpPr>
          <a:xfrm>
            <a:off x="1115616" y="3933056"/>
            <a:ext cx="3600400" cy="1181745"/>
            <a:chOff x="1115616" y="3933056"/>
            <a:chExt cx="3600400" cy="1181745"/>
          </a:xfrm>
        </p:grpSpPr>
        <p:sp>
          <p:nvSpPr>
            <p:cNvPr id="11" name="Rectangle 10"/>
            <p:cNvSpPr/>
            <p:nvPr/>
          </p:nvSpPr>
          <p:spPr>
            <a:xfrm>
              <a:off x="1115616" y="3933056"/>
              <a:ext cx="3600400" cy="118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2911395" y="4077072"/>
              <a:ext cx="1732614" cy="9233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PNMC-plankton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Dynamique</a:t>
              </a:r>
              <a:r>
                <a:rPr lang="en-GB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de la </a:t>
              </a:r>
              <a:r>
                <a:rPr lang="en-GB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chlorophylle</a:t>
              </a:r>
              <a:endPara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B"/>
                </a:clrFrom>
                <a:clrTo>
                  <a:srgbClr val="FFFF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624" y="4058338"/>
              <a:ext cx="1651763" cy="949764"/>
            </a:xfrm>
            <a:prstGeom prst="rect">
              <a:avLst/>
            </a:prstGeom>
            <a:ln w="9525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21141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336006" y="1935956"/>
            <a:ext cx="4471988" cy="29860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2369" y="1244111"/>
            <a:ext cx="861647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6" name="ZoneTexte 5"/>
          <p:cNvSpPr txBox="1"/>
          <p:nvPr/>
        </p:nvSpPr>
        <p:spPr>
          <a:xfrm>
            <a:off x="1890347" y="1870881"/>
            <a:ext cx="41870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</a:t>
            </a:r>
          </a:p>
          <a:p>
            <a:r>
              <a:rPr lang="fr-FR" dirty="0"/>
              <a:t>1</a:t>
            </a:r>
          </a:p>
          <a:p>
            <a:r>
              <a:rPr lang="fr-FR" dirty="0"/>
              <a:t>2</a:t>
            </a:r>
          </a:p>
          <a:p>
            <a:r>
              <a:rPr lang="fr-FR" dirty="0"/>
              <a:t>3</a:t>
            </a:r>
          </a:p>
          <a:p>
            <a:r>
              <a:rPr lang="fr-FR" dirty="0"/>
              <a:t>4</a:t>
            </a:r>
          </a:p>
          <a:p>
            <a:r>
              <a:rPr lang="fr-FR" dirty="0"/>
              <a:t>5</a:t>
            </a:r>
          </a:p>
          <a:p>
            <a:r>
              <a:rPr lang="fr-FR" dirty="0"/>
              <a:t>6</a:t>
            </a:r>
          </a:p>
          <a:p>
            <a:r>
              <a:rPr lang="fr-FR" dirty="0"/>
              <a:t>7</a:t>
            </a:r>
          </a:p>
          <a:p>
            <a:r>
              <a:rPr lang="fr-FR" dirty="0"/>
              <a:t>8</a:t>
            </a:r>
          </a:p>
          <a:p>
            <a:r>
              <a:rPr lang="fr-FR" dirty="0"/>
              <a:t>9</a:t>
            </a:r>
          </a:p>
          <a:p>
            <a:r>
              <a:rPr lang="fr-F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4083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006" y="1193006"/>
            <a:ext cx="4471988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024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68</Words>
  <Application>Microsoft Office PowerPoint</Application>
  <PresentationFormat>Affichage à l'écran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Thème Office</vt:lpstr>
      <vt:lpstr>1_Thème Office</vt:lpstr>
      <vt:lpstr>Gamme de couleurs pour température 04.05.2026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Le Fur</dc:creator>
  <cp:lastModifiedBy>Jean LE FUR</cp:lastModifiedBy>
  <cp:revision>55</cp:revision>
  <cp:lastPrinted>2018-05-25T08:02:30Z</cp:lastPrinted>
  <dcterms:created xsi:type="dcterms:W3CDTF">2018-05-17T14:41:08Z</dcterms:created>
  <dcterms:modified xsi:type="dcterms:W3CDTF">2026-05-04T06:11:31Z</dcterms:modified>
</cp:coreProperties>
</file>